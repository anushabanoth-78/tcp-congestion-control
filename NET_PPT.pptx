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4"/>
  </p:sldMasterIdLst>
  <p:notesMasterIdLst>
    <p:notesMasterId r:id="rId62"/>
  </p:notesMasterIdLst>
  <p:handoutMasterIdLst>
    <p:handoutMasterId r:id="rId63"/>
  </p:handoutMasterIdLst>
  <p:sldIdLst>
    <p:sldId id="256" r:id="rId5"/>
    <p:sldId id="1416" r:id="rId6"/>
    <p:sldId id="1443" r:id="rId7"/>
    <p:sldId id="1417" r:id="rId8"/>
    <p:sldId id="1442" r:id="rId9"/>
    <p:sldId id="1441" r:id="rId10"/>
    <p:sldId id="1419" r:id="rId11"/>
    <p:sldId id="1408" r:id="rId12"/>
    <p:sldId id="1409" r:id="rId13"/>
    <p:sldId id="1430" r:id="rId14"/>
    <p:sldId id="1431" r:id="rId15"/>
    <p:sldId id="288" r:id="rId16"/>
    <p:sldId id="266" r:id="rId17"/>
    <p:sldId id="267" r:id="rId18"/>
    <p:sldId id="1412" r:id="rId19"/>
    <p:sldId id="268" r:id="rId20"/>
    <p:sldId id="269" r:id="rId21"/>
    <p:sldId id="1433" r:id="rId22"/>
    <p:sldId id="270" r:id="rId23"/>
    <p:sldId id="1447" r:id="rId24"/>
    <p:sldId id="1436" r:id="rId25"/>
    <p:sldId id="273" r:id="rId26"/>
    <p:sldId id="274" r:id="rId27"/>
    <p:sldId id="1414" r:id="rId28"/>
    <p:sldId id="1437" r:id="rId29"/>
    <p:sldId id="1227" r:id="rId30"/>
    <p:sldId id="301" r:id="rId31"/>
    <p:sldId id="1228" r:id="rId32"/>
    <p:sldId id="1232" r:id="rId33"/>
    <p:sldId id="1229" r:id="rId34"/>
    <p:sldId id="1231" r:id="rId35"/>
    <p:sldId id="1230" r:id="rId36"/>
    <p:sldId id="1448" r:id="rId37"/>
    <p:sldId id="1397" r:id="rId38"/>
    <p:sldId id="1393" r:id="rId39"/>
    <p:sldId id="1394" r:id="rId40"/>
    <p:sldId id="1395" r:id="rId41"/>
    <p:sldId id="1391" r:id="rId42"/>
    <p:sldId id="1392" r:id="rId43"/>
    <p:sldId id="1401" r:id="rId44"/>
    <p:sldId id="1423" r:id="rId45"/>
    <p:sldId id="1425" r:id="rId46"/>
    <p:sldId id="1426" r:id="rId47"/>
    <p:sldId id="1427" r:id="rId48"/>
    <p:sldId id="1428" r:id="rId49"/>
    <p:sldId id="1429" r:id="rId50"/>
    <p:sldId id="1449" r:id="rId51"/>
    <p:sldId id="1439" r:id="rId52"/>
    <p:sldId id="1440" r:id="rId53"/>
    <p:sldId id="1455" r:id="rId54"/>
    <p:sldId id="1456" r:id="rId55"/>
    <p:sldId id="1458" r:id="rId56"/>
    <p:sldId id="1459" r:id="rId57"/>
    <p:sldId id="1457" r:id="rId58"/>
    <p:sldId id="1450" r:id="rId59"/>
    <p:sldId id="1446" r:id="rId60"/>
    <p:sldId id="1451" r:id="rId6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FF"/>
    <a:srgbClr val="FFFFCC"/>
    <a:srgbClr val="FF9900"/>
    <a:srgbClr val="FFCC99"/>
    <a:srgbClr val="FFCC66"/>
    <a:srgbClr val="FFE697"/>
    <a:srgbClr val="EBEFC9"/>
    <a:srgbClr val="326F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1D80A0-ECF4-4B0B-A584-ECA9A7C39B75}" v="2837" dt="2024-05-16T04:25:56.8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51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handoutMaster" Target="handoutMasters/handoutMaster1.xml"/><Relationship Id="rId68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presProps" Target="presProps.xml"/><Relationship Id="rId69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pesh Bhusare" userId="d95c9a049485b47d" providerId="LiveId" clId="{E71EEC11-822D-4EDC-B738-32DFECE41E70}"/>
    <pc:docChg chg="undo redo custSel addSld delSld modSld">
      <pc:chgData name="Rupesh Bhusare" userId="d95c9a049485b47d" providerId="LiveId" clId="{E71EEC11-822D-4EDC-B738-32DFECE41E70}" dt="2024-04-23T08:12:51.220" v="1661" actId="14826"/>
      <pc:docMkLst>
        <pc:docMk/>
      </pc:docMkLst>
      <pc:sldChg chg="modSp mod">
        <pc:chgData name="Rupesh Bhusare" userId="d95c9a049485b47d" providerId="LiveId" clId="{E71EEC11-822D-4EDC-B738-32DFECE41E70}" dt="2024-04-22T13:45:29.844" v="1327" actId="1076"/>
        <pc:sldMkLst>
          <pc:docMk/>
          <pc:sldMk cId="1819359268" sldId="256"/>
        </pc:sldMkLst>
        <pc:spChg chg="mod">
          <ac:chgData name="Rupesh Bhusare" userId="d95c9a049485b47d" providerId="LiveId" clId="{E71EEC11-822D-4EDC-B738-32DFECE41E70}" dt="2024-04-22T13:45:29.844" v="1327" actId="1076"/>
          <ac:spMkLst>
            <pc:docMk/>
            <pc:sldMk cId="1819359268" sldId="256"/>
            <ac:spMk id="2" creationId="{8268D3E5-C7A3-47DF-A374-46BF83A69904}"/>
          </ac:spMkLst>
        </pc:spChg>
      </pc:sldChg>
      <pc:sldChg chg="del">
        <pc:chgData name="Rupesh Bhusare" userId="d95c9a049485b47d" providerId="LiveId" clId="{E71EEC11-822D-4EDC-B738-32DFECE41E70}" dt="2024-04-22T19:02:24.606" v="1426" actId="47"/>
        <pc:sldMkLst>
          <pc:docMk/>
          <pc:sldMk cId="3253689747" sldId="257"/>
        </pc:sldMkLst>
      </pc:sldChg>
      <pc:sldChg chg="del">
        <pc:chgData name="Rupesh Bhusare" userId="d95c9a049485b47d" providerId="LiveId" clId="{E71EEC11-822D-4EDC-B738-32DFECE41E70}" dt="2024-04-22T19:02:28.639" v="1427" actId="47"/>
        <pc:sldMkLst>
          <pc:docMk/>
          <pc:sldMk cId="2172179498" sldId="258"/>
        </pc:sldMkLst>
      </pc:sldChg>
      <pc:sldChg chg="del">
        <pc:chgData name="Rupesh Bhusare" userId="d95c9a049485b47d" providerId="LiveId" clId="{E71EEC11-822D-4EDC-B738-32DFECE41E70}" dt="2024-04-22T19:02:30.979" v="1428" actId="47"/>
        <pc:sldMkLst>
          <pc:docMk/>
          <pc:sldMk cId="1193417028" sldId="259"/>
        </pc:sldMkLst>
      </pc:sldChg>
      <pc:sldChg chg="del">
        <pc:chgData name="Rupesh Bhusare" userId="d95c9a049485b47d" providerId="LiveId" clId="{E71EEC11-822D-4EDC-B738-32DFECE41E70}" dt="2024-04-22T19:02:38.300" v="1430" actId="47"/>
        <pc:sldMkLst>
          <pc:docMk/>
          <pc:sldMk cId="1398410914" sldId="260"/>
        </pc:sldMkLst>
      </pc:sldChg>
      <pc:sldChg chg="del">
        <pc:chgData name="Rupesh Bhusare" userId="d95c9a049485b47d" providerId="LiveId" clId="{E71EEC11-822D-4EDC-B738-32DFECE41E70}" dt="2024-04-22T19:02:41.510" v="1431" actId="47"/>
        <pc:sldMkLst>
          <pc:docMk/>
          <pc:sldMk cId="1348318116" sldId="261"/>
        </pc:sldMkLst>
      </pc:sldChg>
      <pc:sldChg chg="del">
        <pc:chgData name="Rupesh Bhusare" userId="d95c9a049485b47d" providerId="LiveId" clId="{E71EEC11-822D-4EDC-B738-32DFECE41E70}" dt="2024-04-22T19:02:44.079" v="1432" actId="47"/>
        <pc:sldMkLst>
          <pc:docMk/>
          <pc:sldMk cId="2919556985" sldId="262"/>
        </pc:sldMkLst>
      </pc:sldChg>
      <pc:sldChg chg="del">
        <pc:chgData name="Rupesh Bhusare" userId="d95c9a049485b47d" providerId="LiveId" clId="{E71EEC11-822D-4EDC-B738-32DFECE41E70}" dt="2024-04-22T19:02:46.511" v="1433" actId="47"/>
        <pc:sldMkLst>
          <pc:docMk/>
          <pc:sldMk cId="1902613301" sldId="263"/>
        </pc:sldMkLst>
      </pc:sldChg>
      <pc:sldChg chg="addSp delSp modSp mod">
        <pc:chgData name="Rupesh Bhusare" userId="d95c9a049485b47d" providerId="LiveId" clId="{E71EEC11-822D-4EDC-B738-32DFECE41E70}" dt="2024-04-22T19:01:51.918" v="1424" actId="14100"/>
        <pc:sldMkLst>
          <pc:docMk/>
          <pc:sldMk cId="224370559" sldId="269"/>
        </pc:sldMkLst>
        <pc:spChg chg="mod">
          <ac:chgData name="Rupesh Bhusare" userId="d95c9a049485b47d" providerId="LiveId" clId="{E71EEC11-822D-4EDC-B738-32DFECE41E70}" dt="2024-04-22T19:01:51.918" v="1424" actId="14100"/>
          <ac:spMkLst>
            <pc:docMk/>
            <pc:sldMk cId="224370559" sldId="269"/>
            <ac:spMk id="3" creationId="{A02B36D5-23E0-16EE-325C-A432A83E4CD5}"/>
          </ac:spMkLst>
        </pc:spChg>
        <pc:spChg chg="add del">
          <ac:chgData name="Rupesh Bhusare" userId="d95c9a049485b47d" providerId="LiveId" clId="{E71EEC11-822D-4EDC-B738-32DFECE41E70}" dt="2024-04-22T18:59:13.552" v="1415" actId="21"/>
          <ac:spMkLst>
            <pc:docMk/>
            <pc:sldMk cId="224370559" sldId="269"/>
            <ac:spMk id="4" creationId="{951DD74A-CB23-6923-D20C-EDE00C9AF0C8}"/>
          </ac:spMkLst>
        </pc:spChg>
        <pc:spChg chg="add mod">
          <ac:chgData name="Rupesh Bhusare" userId="d95c9a049485b47d" providerId="LiveId" clId="{E71EEC11-822D-4EDC-B738-32DFECE41E70}" dt="2024-04-22T18:59:51.822" v="1417" actId="1076"/>
          <ac:spMkLst>
            <pc:docMk/>
            <pc:sldMk cId="224370559" sldId="269"/>
            <ac:spMk id="5" creationId="{FC6BA09C-CD4B-93C1-519E-9C89CC3D44A6}"/>
          </ac:spMkLst>
        </pc:spChg>
        <pc:spChg chg="add mod">
          <ac:chgData name="Rupesh Bhusare" userId="d95c9a049485b47d" providerId="LiveId" clId="{E71EEC11-822D-4EDC-B738-32DFECE41E70}" dt="2024-04-22T19:01:31.568" v="1423" actId="1076"/>
          <ac:spMkLst>
            <pc:docMk/>
            <pc:sldMk cId="224370559" sldId="269"/>
            <ac:spMk id="6" creationId="{D3DD137D-8314-73DE-8500-1249DB03EB00}"/>
          </ac:spMkLst>
        </pc:spChg>
      </pc:sldChg>
      <pc:sldChg chg="add del">
        <pc:chgData name="Rupesh Bhusare" userId="d95c9a049485b47d" providerId="LiveId" clId="{E71EEC11-822D-4EDC-B738-32DFECE41E70}" dt="2024-04-22T18:07:37.751" v="1398" actId="47"/>
        <pc:sldMkLst>
          <pc:docMk/>
          <pc:sldMk cId="696816322" sldId="1408"/>
        </pc:sldMkLst>
      </pc:sldChg>
      <pc:sldChg chg="addSp modSp">
        <pc:chgData name="Rupesh Bhusare" userId="d95c9a049485b47d" providerId="LiveId" clId="{E71EEC11-822D-4EDC-B738-32DFECE41E70}" dt="2024-04-22T18:07:28.599" v="1395"/>
        <pc:sldMkLst>
          <pc:docMk/>
          <pc:sldMk cId="2557058399" sldId="1409"/>
        </pc:sldMkLst>
        <pc:spChg chg="add mod">
          <ac:chgData name="Rupesh Bhusare" userId="d95c9a049485b47d" providerId="LiveId" clId="{E71EEC11-822D-4EDC-B738-32DFECE41E70}" dt="2024-04-22T18:07:28.599" v="1395"/>
          <ac:spMkLst>
            <pc:docMk/>
            <pc:sldMk cId="2557058399" sldId="1409"/>
            <ac:spMk id="4" creationId="{C975CDB4-3B43-EFEE-3D52-3A564842FC5C}"/>
          </ac:spMkLst>
        </pc:spChg>
      </pc:sldChg>
      <pc:sldChg chg="modSp mod">
        <pc:chgData name="Rupesh Bhusare" userId="d95c9a049485b47d" providerId="LiveId" clId="{E71EEC11-822D-4EDC-B738-32DFECE41E70}" dt="2024-04-22T16:48:51.333" v="1393" actId="208"/>
        <pc:sldMkLst>
          <pc:docMk/>
          <pc:sldMk cId="309140192" sldId="1416"/>
        </pc:sldMkLst>
        <pc:spChg chg="mod">
          <ac:chgData name="Rupesh Bhusare" userId="d95c9a049485b47d" providerId="LiveId" clId="{E71EEC11-822D-4EDC-B738-32DFECE41E70}" dt="2024-04-20T15:51:24.715" v="167" actId="1076"/>
          <ac:spMkLst>
            <pc:docMk/>
            <pc:sldMk cId="309140192" sldId="1416"/>
            <ac:spMk id="8" creationId="{A02803B3-CBAA-EC8F-148C-AACEC6F971C4}"/>
          </ac:spMkLst>
        </pc:spChg>
        <pc:picChg chg="mod">
          <ac:chgData name="Rupesh Bhusare" userId="d95c9a049485b47d" providerId="LiveId" clId="{E71EEC11-822D-4EDC-B738-32DFECE41E70}" dt="2024-04-22T16:48:51.333" v="1393" actId="208"/>
          <ac:picMkLst>
            <pc:docMk/>
            <pc:sldMk cId="309140192" sldId="1416"/>
            <ac:picMk id="4" creationId="{BBFB03EF-C606-99FE-2BDE-CD74F67F97C1}"/>
          </ac:picMkLst>
        </pc:picChg>
        <pc:picChg chg="mod">
          <ac:chgData name="Rupesh Bhusare" userId="d95c9a049485b47d" providerId="LiveId" clId="{E71EEC11-822D-4EDC-B738-32DFECE41E70}" dt="2024-04-20T15:52:59.502" v="170" actId="14861"/>
          <ac:picMkLst>
            <pc:docMk/>
            <pc:sldMk cId="309140192" sldId="1416"/>
            <ac:picMk id="5" creationId="{E60F1CF4-A539-E3EA-2210-604F92A13AD2}"/>
          </ac:picMkLst>
        </pc:picChg>
      </pc:sldChg>
      <pc:sldChg chg="delSp modSp del mod">
        <pc:chgData name="Rupesh Bhusare" userId="d95c9a049485b47d" providerId="LiveId" clId="{E71EEC11-822D-4EDC-B738-32DFECE41E70}" dt="2024-04-22T18:07:41.904" v="1399" actId="47"/>
        <pc:sldMkLst>
          <pc:docMk/>
          <pc:sldMk cId="2209079564" sldId="1421"/>
        </pc:sldMkLst>
        <pc:spChg chg="mod">
          <ac:chgData name="Rupesh Bhusare" userId="d95c9a049485b47d" providerId="LiveId" clId="{E71EEC11-822D-4EDC-B738-32DFECE41E70}" dt="2024-04-20T13:06:31.299" v="120" actId="207"/>
          <ac:spMkLst>
            <pc:docMk/>
            <pc:sldMk cId="2209079564" sldId="1421"/>
            <ac:spMk id="3" creationId="{122349ED-CCC2-43E3-4B93-52ABE59E55D5}"/>
          </ac:spMkLst>
        </pc:spChg>
        <pc:spChg chg="del mod">
          <ac:chgData name="Rupesh Bhusare" userId="d95c9a049485b47d" providerId="LiveId" clId="{E71EEC11-822D-4EDC-B738-32DFECE41E70}" dt="2024-04-22T18:07:21.598" v="1394" actId="21"/>
          <ac:spMkLst>
            <pc:docMk/>
            <pc:sldMk cId="2209079564" sldId="1421"/>
            <ac:spMk id="4" creationId="{C975CDB4-3B43-EFEE-3D52-3A564842FC5C}"/>
          </ac:spMkLst>
        </pc:spChg>
      </pc:sldChg>
      <pc:sldChg chg="modSp mod">
        <pc:chgData name="Rupesh Bhusare" userId="d95c9a049485b47d" providerId="LiveId" clId="{E71EEC11-822D-4EDC-B738-32DFECE41E70}" dt="2024-04-21T12:14:52.675" v="174" actId="14100"/>
        <pc:sldMkLst>
          <pc:docMk/>
          <pc:sldMk cId="743605584" sldId="1423"/>
        </pc:sldMkLst>
        <pc:spChg chg="mod">
          <ac:chgData name="Rupesh Bhusare" userId="d95c9a049485b47d" providerId="LiveId" clId="{E71EEC11-822D-4EDC-B738-32DFECE41E70}" dt="2024-04-21T12:14:52.675" v="174" actId="14100"/>
          <ac:spMkLst>
            <pc:docMk/>
            <pc:sldMk cId="743605584" sldId="1423"/>
            <ac:spMk id="3" creationId="{5AD60457-A657-A28C-4641-B17D87B3D89D}"/>
          </ac:spMkLst>
        </pc:spChg>
        <pc:picChg chg="mod">
          <ac:chgData name="Rupesh Bhusare" userId="d95c9a049485b47d" providerId="LiveId" clId="{E71EEC11-822D-4EDC-B738-32DFECE41E70}" dt="2024-04-21T12:14:43.355" v="173" actId="1076"/>
          <ac:picMkLst>
            <pc:docMk/>
            <pc:sldMk cId="743605584" sldId="1423"/>
            <ac:picMk id="4" creationId="{637AE416-D158-624B-0EAA-ACDB6CC82A79}"/>
          </ac:picMkLst>
        </pc:picChg>
      </pc:sldChg>
      <pc:sldChg chg="addSp modSp mod">
        <pc:chgData name="Rupesh Bhusare" userId="d95c9a049485b47d" providerId="LiveId" clId="{E71EEC11-822D-4EDC-B738-32DFECE41E70}" dt="2024-04-21T13:24:13.442" v="851" actId="12"/>
        <pc:sldMkLst>
          <pc:docMk/>
          <pc:sldMk cId="533692054" sldId="1425"/>
        </pc:sldMkLst>
        <pc:spChg chg="mod">
          <ac:chgData name="Rupesh Bhusare" userId="d95c9a049485b47d" providerId="LiveId" clId="{E71EEC11-822D-4EDC-B738-32DFECE41E70}" dt="2024-04-21T13:24:13.442" v="851" actId="12"/>
          <ac:spMkLst>
            <pc:docMk/>
            <pc:sldMk cId="533692054" sldId="1425"/>
            <ac:spMk id="3" creationId="{6CBD93D2-12AE-E5B1-0ADF-EE01AD59F113}"/>
          </ac:spMkLst>
        </pc:spChg>
        <pc:spChg chg="add mod">
          <ac:chgData name="Rupesh Bhusare" userId="d95c9a049485b47d" providerId="LiveId" clId="{E71EEC11-822D-4EDC-B738-32DFECE41E70}" dt="2024-04-21T13:23:05.159" v="845" actId="12"/>
          <ac:spMkLst>
            <pc:docMk/>
            <pc:sldMk cId="533692054" sldId="1425"/>
            <ac:spMk id="5" creationId="{5BCB5DEF-7864-EE64-B69B-0DE19E5AB448}"/>
          </ac:spMkLst>
        </pc:spChg>
        <pc:picChg chg="mod">
          <ac:chgData name="Rupesh Bhusare" userId="d95c9a049485b47d" providerId="LiveId" clId="{E71EEC11-822D-4EDC-B738-32DFECE41E70}" dt="2024-04-21T13:23:35.655" v="847" actId="1076"/>
          <ac:picMkLst>
            <pc:docMk/>
            <pc:sldMk cId="533692054" sldId="1425"/>
            <ac:picMk id="8" creationId="{E5E2CE5C-7106-7521-52B5-D44EEA9540E1}"/>
          </ac:picMkLst>
        </pc:picChg>
      </pc:sldChg>
      <pc:sldChg chg="modSp mod">
        <pc:chgData name="Rupesh Bhusare" userId="d95c9a049485b47d" providerId="LiveId" clId="{E71EEC11-822D-4EDC-B738-32DFECE41E70}" dt="2024-04-20T13:21:17.133" v="158" actId="14100"/>
        <pc:sldMkLst>
          <pc:docMk/>
          <pc:sldMk cId="3934755127" sldId="1426"/>
        </pc:sldMkLst>
        <pc:spChg chg="mod">
          <ac:chgData name="Rupesh Bhusare" userId="d95c9a049485b47d" providerId="LiveId" clId="{E71EEC11-822D-4EDC-B738-32DFECE41E70}" dt="2024-04-20T13:21:17.133" v="158" actId="14100"/>
          <ac:spMkLst>
            <pc:docMk/>
            <pc:sldMk cId="3934755127" sldId="1426"/>
            <ac:spMk id="3" creationId="{8AEC3429-4DF0-1B43-1FC6-0C6C56782A60}"/>
          </ac:spMkLst>
        </pc:spChg>
      </pc:sldChg>
      <pc:sldChg chg="modSp mod">
        <pc:chgData name="Rupesh Bhusare" userId="d95c9a049485b47d" providerId="LiveId" clId="{E71EEC11-822D-4EDC-B738-32DFECE41E70}" dt="2024-04-20T13:21:27.616" v="159" actId="14100"/>
        <pc:sldMkLst>
          <pc:docMk/>
          <pc:sldMk cId="32214650" sldId="1427"/>
        </pc:sldMkLst>
        <pc:spChg chg="mod">
          <ac:chgData name="Rupesh Bhusare" userId="d95c9a049485b47d" providerId="LiveId" clId="{E71EEC11-822D-4EDC-B738-32DFECE41E70}" dt="2024-04-20T13:21:27.616" v="159" actId="14100"/>
          <ac:spMkLst>
            <pc:docMk/>
            <pc:sldMk cId="32214650" sldId="1427"/>
            <ac:spMk id="3" creationId="{57CFA9DA-E63D-E466-1EEE-D8AAE5FDD708}"/>
          </ac:spMkLst>
        </pc:spChg>
      </pc:sldChg>
      <pc:sldChg chg="modSp mod">
        <pc:chgData name="Rupesh Bhusare" userId="d95c9a049485b47d" providerId="LiveId" clId="{E71EEC11-822D-4EDC-B738-32DFECE41E70}" dt="2024-04-20T13:21:45.177" v="164" actId="27636"/>
        <pc:sldMkLst>
          <pc:docMk/>
          <pc:sldMk cId="1676539270" sldId="1428"/>
        </pc:sldMkLst>
        <pc:spChg chg="mod">
          <ac:chgData name="Rupesh Bhusare" userId="d95c9a049485b47d" providerId="LiveId" clId="{E71EEC11-822D-4EDC-B738-32DFECE41E70}" dt="2024-04-20T13:21:45.177" v="164" actId="27636"/>
          <ac:spMkLst>
            <pc:docMk/>
            <pc:sldMk cId="1676539270" sldId="1428"/>
            <ac:spMk id="3" creationId="{9A8AA779-FFB3-E93E-38B2-BD11D2221B06}"/>
          </ac:spMkLst>
        </pc:spChg>
      </pc:sldChg>
      <pc:sldChg chg="modSp mod modAnim">
        <pc:chgData name="Rupesh Bhusare" userId="d95c9a049485b47d" providerId="LiveId" clId="{E71EEC11-822D-4EDC-B738-32DFECE41E70}" dt="2024-04-22T18:12:46.456" v="1402" actId="27636"/>
        <pc:sldMkLst>
          <pc:docMk/>
          <pc:sldMk cId="2716489276" sldId="1431"/>
        </pc:sldMkLst>
        <pc:spChg chg="mod">
          <ac:chgData name="Rupesh Bhusare" userId="d95c9a049485b47d" providerId="LiveId" clId="{E71EEC11-822D-4EDC-B738-32DFECE41E70}" dt="2024-04-22T18:12:46.456" v="1402" actId="27636"/>
          <ac:spMkLst>
            <pc:docMk/>
            <pc:sldMk cId="2716489276" sldId="1431"/>
            <ac:spMk id="3" creationId="{710C751A-338D-0863-9B38-E6FC193A03C6}"/>
          </ac:spMkLst>
        </pc:spChg>
      </pc:sldChg>
      <pc:sldChg chg="del">
        <pc:chgData name="Rupesh Bhusare" userId="d95c9a049485b47d" providerId="LiveId" clId="{E71EEC11-822D-4EDC-B738-32DFECE41E70}" dt="2024-04-22T18:13:20.106" v="1403" actId="47"/>
        <pc:sldMkLst>
          <pc:docMk/>
          <pc:sldMk cId="2933881409" sldId="1432"/>
        </pc:sldMkLst>
      </pc:sldChg>
      <pc:sldChg chg="modSp del mod">
        <pc:chgData name="Rupesh Bhusare" userId="d95c9a049485b47d" providerId="LiveId" clId="{E71EEC11-822D-4EDC-B738-32DFECE41E70}" dt="2024-04-22T19:02:12.312" v="1425" actId="47"/>
        <pc:sldMkLst>
          <pc:docMk/>
          <pc:sldMk cId="2359123677" sldId="1434"/>
        </pc:sldMkLst>
        <pc:spChg chg="mod">
          <ac:chgData name="Rupesh Bhusare" userId="d95c9a049485b47d" providerId="LiveId" clId="{E71EEC11-822D-4EDC-B738-32DFECE41E70}" dt="2024-04-22T18:58:25.025" v="1410" actId="14100"/>
          <ac:spMkLst>
            <pc:docMk/>
            <pc:sldMk cId="2359123677" sldId="1434"/>
            <ac:spMk id="8" creationId="{C06BAC4B-722A-F661-052C-11C205E88F35}"/>
          </ac:spMkLst>
        </pc:spChg>
      </pc:sldChg>
      <pc:sldChg chg="modSp mod">
        <pc:chgData name="Rupesh Bhusare" userId="d95c9a049485b47d" providerId="LiveId" clId="{E71EEC11-822D-4EDC-B738-32DFECE41E70}" dt="2024-04-20T13:03:02.529" v="118" actId="20577"/>
        <pc:sldMkLst>
          <pc:docMk/>
          <pc:sldMk cId="3261114200" sldId="1441"/>
        </pc:sldMkLst>
        <pc:spChg chg="mod">
          <ac:chgData name="Rupesh Bhusare" userId="d95c9a049485b47d" providerId="LiveId" clId="{E71EEC11-822D-4EDC-B738-32DFECE41E70}" dt="2024-04-20T13:03:02.529" v="118" actId="20577"/>
          <ac:spMkLst>
            <pc:docMk/>
            <pc:sldMk cId="3261114200" sldId="1441"/>
            <ac:spMk id="3" creationId="{56D18EA1-6C8E-CCC3-87D3-02DE786BE832}"/>
          </ac:spMkLst>
        </pc:spChg>
      </pc:sldChg>
      <pc:sldChg chg="modSp mod">
        <pc:chgData name="Rupesh Bhusare" userId="d95c9a049485b47d" providerId="LiveId" clId="{E71EEC11-822D-4EDC-B738-32DFECE41E70}" dt="2024-04-20T12:55:29.333" v="64" actId="20577"/>
        <pc:sldMkLst>
          <pc:docMk/>
          <pc:sldMk cId="3009585122" sldId="1442"/>
        </pc:sldMkLst>
        <pc:spChg chg="mod">
          <ac:chgData name="Rupesh Bhusare" userId="d95c9a049485b47d" providerId="LiveId" clId="{E71EEC11-822D-4EDC-B738-32DFECE41E70}" dt="2024-04-20T12:55:29.333" v="64" actId="20577"/>
          <ac:spMkLst>
            <pc:docMk/>
            <pc:sldMk cId="3009585122" sldId="1442"/>
            <ac:spMk id="3" creationId="{A8172FDD-48D3-E262-CC0C-B08E119BDD62}"/>
          </ac:spMkLst>
        </pc:spChg>
      </pc:sldChg>
      <pc:sldChg chg="modSp del mod">
        <pc:chgData name="Rupesh Bhusare" userId="d95c9a049485b47d" providerId="LiveId" clId="{E71EEC11-822D-4EDC-B738-32DFECE41E70}" dt="2024-04-22T18:07:35.043" v="1396" actId="47"/>
        <pc:sldMkLst>
          <pc:docMk/>
          <pc:sldMk cId="2534561094" sldId="1444"/>
        </pc:sldMkLst>
        <pc:spChg chg="mod">
          <ac:chgData name="Rupesh Bhusare" userId="d95c9a049485b47d" providerId="LiveId" clId="{E71EEC11-822D-4EDC-B738-32DFECE41E70}" dt="2024-04-20T13:08:52.833" v="123" actId="14100"/>
          <ac:spMkLst>
            <pc:docMk/>
            <pc:sldMk cId="2534561094" sldId="1444"/>
            <ac:spMk id="3" creationId="{9DD473BD-CF6B-DFF4-94F7-5891309A64E5}"/>
          </ac:spMkLst>
        </pc:spChg>
      </pc:sldChg>
      <pc:sldChg chg="addSp delSp modSp new mod modTransition">
        <pc:chgData name="Rupesh Bhusare" userId="d95c9a049485b47d" providerId="LiveId" clId="{E71EEC11-822D-4EDC-B738-32DFECE41E70}" dt="2024-04-22T13:19:07.956" v="864"/>
        <pc:sldMkLst>
          <pc:docMk/>
          <pc:sldMk cId="1098765663" sldId="1449"/>
        </pc:sldMkLst>
        <pc:spChg chg="add mod">
          <ac:chgData name="Rupesh Bhusare" userId="d95c9a049485b47d" providerId="LiveId" clId="{E71EEC11-822D-4EDC-B738-32DFECE41E70}" dt="2024-04-21T12:35:35.577" v="260" actId="164"/>
          <ac:spMkLst>
            <pc:docMk/>
            <pc:sldMk cId="1098765663" sldId="1449"/>
            <ac:spMk id="10" creationId="{1DD5D8C0-A7C5-3884-AEA4-5768F1C2E15A}"/>
          </ac:spMkLst>
        </pc:spChg>
        <pc:spChg chg="add mod">
          <ac:chgData name="Rupesh Bhusare" userId="d95c9a049485b47d" providerId="LiveId" clId="{E71EEC11-822D-4EDC-B738-32DFECE41E70}" dt="2024-04-21T12:47:27.403" v="364" actId="1076"/>
          <ac:spMkLst>
            <pc:docMk/>
            <pc:sldMk cId="1098765663" sldId="1449"/>
            <ac:spMk id="11" creationId="{10654107-8472-AF44-3BEB-CE1FD2145258}"/>
          </ac:spMkLst>
        </pc:spChg>
        <pc:spChg chg="add mod">
          <ac:chgData name="Rupesh Bhusare" userId="d95c9a049485b47d" providerId="LiveId" clId="{E71EEC11-822D-4EDC-B738-32DFECE41E70}" dt="2024-04-21T12:35:44.618" v="261" actId="164"/>
          <ac:spMkLst>
            <pc:docMk/>
            <pc:sldMk cId="1098765663" sldId="1449"/>
            <ac:spMk id="12" creationId="{F28EFD49-8F47-9EAE-54E7-73EA3ED2B512}"/>
          </ac:spMkLst>
        </pc:spChg>
        <pc:spChg chg="add mod">
          <ac:chgData name="Rupesh Bhusare" userId="d95c9a049485b47d" providerId="LiveId" clId="{E71EEC11-822D-4EDC-B738-32DFECE41E70}" dt="2024-04-21T13:07:38.225" v="705" actId="2085"/>
          <ac:spMkLst>
            <pc:docMk/>
            <pc:sldMk cId="1098765663" sldId="1449"/>
            <ac:spMk id="13" creationId="{B04E6A92-AB61-D0F5-489A-99DF51EA1949}"/>
          </ac:spMkLst>
        </pc:spChg>
        <pc:spChg chg="add mod">
          <ac:chgData name="Rupesh Bhusare" userId="d95c9a049485b47d" providerId="LiveId" clId="{E71EEC11-822D-4EDC-B738-32DFECE41E70}" dt="2024-04-21T13:07:50.425" v="706" actId="1076"/>
          <ac:spMkLst>
            <pc:docMk/>
            <pc:sldMk cId="1098765663" sldId="1449"/>
            <ac:spMk id="18" creationId="{78E330CC-7058-4A45-DB1D-1C828E66865B}"/>
          </ac:spMkLst>
        </pc:spChg>
        <pc:spChg chg="add del mod">
          <ac:chgData name="Rupesh Bhusare" userId="d95c9a049485b47d" providerId="LiveId" clId="{E71EEC11-822D-4EDC-B738-32DFECE41E70}" dt="2024-04-21T12:48:14.641" v="368"/>
          <ac:spMkLst>
            <pc:docMk/>
            <pc:sldMk cId="1098765663" sldId="1449"/>
            <ac:spMk id="19" creationId="{E26D214F-A78C-811D-F5E9-3409563B1286}"/>
          </ac:spMkLst>
        </pc:spChg>
        <pc:spChg chg="add del mod">
          <ac:chgData name="Rupesh Bhusare" userId="d95c9a049485b47d" providerId="LiveId" clId="{E71EEC11-822D-4EDC-B738-32DFECE41E70}" dt="2024-04-21T12:49:46.295" v="408" actId="478"/>
          <ac:spMkLst>
            <pc:docMk/>
            <pc:sldMk cId="1098765663" sldId="1449"/>
            <ac:spMk id="20" creationId="{DAB7C6A3-41D0-05AA-E60C-D2460DF88378}"/>
          </ac:spMkLst>
        </pc:spChg>
        <pc:spChg chg="add del mod">
          <ac:chgData name="Rupesh Bhusare" userId="d95c9a049485b47d" providerId="LiveId" clId="{E71EEC11-822D-4EDC-B738-32DFECE41E70}" dt="2024-04-21T12:53:29.800" v="481" actId="478"/>
          <ac:spMkLst>
            <pc:docMk/>
            <pc:sldMk cId="1098765663" sldId="1449"/>
            <ac:spMk id="21" creationId="{D0115DD2-506F-3833-9F5E-F5F107B7F87A}"/>
          </ac:spMkLst>
        </pc:spChg>
        <pc:spChg chg="add mod">
          <ac:chgData name="Rupesh Bhusare" userId="d95c9a049485b47d" providerId="LiveId" clId="{E71EEC11-822D-4EDC-B738-32DFECE41E70}" dt="2024-04-21T13:04:56.343" v="692" actId="1076"/>
          <ac:spMkLst>
            <pc:docMk/>
            <pc:sldMk cId="1098765663" sldId="1449"/>
            <ac:spMk id="22" creationId="{6393F9CB-6157-AC1A-4FE2-291F7C1043CE}"/>
          </ac:spMkLst>
        </pc:spChg>
        <pc:spChg chg="add mod">
          <ac:chgData name="Rupesh Bhusare" userId="d95c9a049485b47d" providerId="LiveId" clId="{E71EEC11-822D-4EDC-B738-32DFECE41E70}" dt="2024-04-21T12:51:56.329" v="467"/>
          <ac:spMkLst>
            <pc:docMk/>
            <pc:sldMk cId="1098765663" sldId="1449"/>
            <ac:spMk id="23" creationId="{4366D2B2-F988-EF40-CA68-0B414A0B7D9E}"/>
          </ac:spMkLst>
        </pc:spChg>
        <pc:spChg chg="add mod">
          <ac:chgData name="Rupesh Bhusare" userId="d95c9a049485b47d" providerId="LiveId" clId="{E71EEC11-822D-4EDC-B738-32DFECE41E70}" dt="2024-04-21T13:03:11.255" v="661" actId="1076"/>
          <ac:spMkLst>
            <pc:docMk/>
            <pc:sldMk cId="1098765663" sldId="1449"/>
            <ac:spMk id="24" creationId="{8223A3B0-3FF2-66E4-4A8E-92B11DCE9CF8}"/>
          </ac:spMkLst>
        </pc:spChg>
        <pc:spChg chg="add mod">
          <ac:chgData name="Rupesh Bhusare" userId="d95c9a049485b47d" providerId="LiveId" clId="{E71EEC11-822D-4EDC-B738-32DFECE41E70}" dt="2024-04-21T13:11:08.464" v="786" actId="14100"/>
          <ac:spMkLst>
            <pc:docMk/>
            <pc:sldMk cId="1098765663" sldId="1449"/>
            <ac:spMk id="25" creationId="{CB1C781C-B8FE-B3F1-307D-C5229A6EF5A6}"/>
          </ac:spMkLst>
        </pc:spChg>
        <pc:spChg chg="add del">
          <ac:chgData name="Rupesh Bhusare" userId="d95c9a049485b47d" providerId="LiveId" clId="{E71EEC11-822D-4EDC-B738-32DFECE41E70}" dt="2024-04-21T13:00:28.671" v="649" actId="478"/>
          <ac:spMkLst>
            <pc:docMk/>
            <pc:sldMk cId="1098765663" sldId="1449"/>
            <ac:spMk id="26" creationId="{E85FA298-9D81-65AD-B47E-5F6D27176FC8}"/>
          </ac:spMkLst>
        </pc:spChg>
        <pc:grpChg chg="add mod">
          <ac:chgData name="Rupesh Bhusare" userId="d95c9a049485b47d" providerId="LiveId" clId="{E71EEC11-822D-4EDC-B738-32DFECE41E70}" dt="2024-04-21T13:04:39.261" v="690" actId="1076"/>
          <ac:grpSpMkLst>
            <pc:docMk/>
            <pc:sldMk cId="1098765663" sldId="1449"/>
            <ac:grpSpMk id="14" creationId="{83D7C31E-5B5C-AF66-79EA-607494F8ACCB}"/>
          </ac:grpSpMkLst>
        </pc:grpChg>
        <pc:grpChg chg="add mod">
          <ac:chgData name="Rupesh Bhusare" userId="d95c9a049485b47d" providerId="LiveId" clId="{E71EEC11-822D-4EDC-B738-32DFECE41E70}" dt="2024-04-21T13:04:33.188" v="689" actId="1076"/>
          <ac:grpSpMkLst>
            <pc:docMk/>
            <pc:sldMk cId="1098765663" sldId="1449"/>
            <ac:grpSpMk id="15" creationId="{361B8B9B-BCF7-AD94-7201-762489212A89}"/>
          </ac:grpSpMkLst>
        </pc:grpChg>
        <pc:grpChg chg="add mod">
          <ac:chgData name="Rupesh Bhusare" userId="d95c9a049485b47d" providerId="LiveId" clId="{E71EEC11-822D-4EDC-B738-32DFECE41E70}" dt="2024-04-21T13:04:46.632" v="691" actId="1076"/>
          <ac:grpSpMkLst>
            <pc:docMk/>
            <pc:sldMk cId="1098765663" sldId="1449"/>
            <ac:grpSpMk id="16" creationId="{4A69D38B-0086-B358-DB1A-20596800E75D}"/>
          </ac:grpSpMkLst>
        </pc:grpChg>
        <pc:grpChg chg="add mod">
          <ac:chgData name="Rupesh Bhusare" userId="d95c9a049485b47d" providerId="LiveId" clId="{E71EEC11-822D-4EDC-B738-32DFECE41E70}" dt="2024-04-21T13:09:01.007" v="781" actId="14861"/>
          <ac:grpSpMkLst>
            <pc:docMk/>
            <pc:sldMk cId="1098765663" sldId="1449"/>
            <ac:grpSpMk id="17" creationId="{AB257A64-E73C-C4AA-524A-8387D3174008}"/>
          </ac:grpSpMkLst>
        </pc:grpChg>
        <pc:picChg chg="add mod">
          <ac:chgData name="Rupesh Bhusare" userId="d95c9a049485b47d" providerId="LiveId" clId="{E71EEC11-822D-4EDC-B738-32DFECE41E70}" dt="2024-04-21T13:07:21.866" v="704" actId="208"/>
          <ac:picMkLst>
            <pc:docMk/>
            <pc:sldMk cId="1098765663" sldId="1449"/>
            <ac:picMk id="3" creationId="{3635FAFC-CA03-1D66-754E-D83DE48713EC}"/>
          </ac:picMkLst>
        </pc:picChg>
        <pc:picChg chg="add mod">
          <ac:chgData name="Rupesh Bhusare" userId="d95c9a049485b47d" providerId="LiveId" clId="{E71EEC11-822D-4EDC-B738-32DFECE41E70}" dt="2024-04-21T12:35:35.577" v="260" actId="164"/>
          <ac:picMkLst>
            <pc:docMk/>
            <pc:sldMk cId="1098765663" sldId="1449"/>
            <ac:picMk id="5" creationId="{3E5CD8A4-9B0D-DF95-1211-032DCB90004C}"/>
          </ac:picMkLst>
        </pc:picChg>
        <pc:picChg chg="add mod">
          <ac:chgData name="Rupesh Bhusare" userId="d95c9a049485b47d" providerId="LiveId" clId="{E71EEC11-822D-4EDC-B738-32DFECE41E70}" dt="2024-04-21T12:35:53.989" v="262" actId="164"/>
          <ac:picMkLst>
            <pc:docMk/>
            <pc:sldMk cId="1098765663" sldId="1449"/>
            <ac:picMk id="7" creationId="{D7627AF0-6B2D-4E34-DFE7-7624539CAC73}"/>
          </ac:picMkLst>
        </pc:picChg>
        <pc:picChg chg="add mod">
          <ac:chgData name="Rupesh Bhusare" userId="d95c9a049485b47d" providerId="LiveId" clId="{E71EEC11-822D-4EDC-B738-32DFECE41E70}" dt="2024-04-21T12:35:44.618" v="261" actId="164"/>
          <ac:picMkLst>
            <pc:docMk/>
            <pc:sldMk cId="1098765663" sldId="1449"/>
            <ac:picMk id="9" creationId="{3363690D-A49C-ADD9-7B72-165258529888}"/>
          </ac:picMkLst>
        </pc:picChg>
        <pc:cxnChg chg="add mod">
          <ac:chgData name="Rupesh Bhusare" userId="d95c9a049485b47d" providerId="LiveId" clId="{E71EEC11-822D-4EDC-B738-32DFECE41E70}" dt="2024-04-21T13:04:56.343" v="692" actId="1076"/>
          <ac:cxnSpMkLst>
            <pc:docMk/>
            <pc:sldMk cId="1098765663" sldId="1449"/>
            <ac:cxnSpMk id="28" creationId="{2C19BA68-E638-3D64-B9BF-EE4903B13387}"/>
          </ac:cxnSpMkLst>
        </pc:cxnChg>
        <pc:cxnChg chg="add mod">
          <ac:chgData name="Rupesh Bhusare" userId="d95c9a049485b47d" providerId="LiveId" clId="{E71EEC11-822D-4EDC-B738-32DFECE41E70}" dt="2024-04-21T13:04:56.343" v="692" actId="1076"/>
          <ac:cxnSpMkLst>
            <pc:docMk/>
            <pc:sldMk cId="1098765663" sldId="1449"/>
            <ac:cxnSpMk id="30" creationId="{97EE8F9D-A9A0-BE80-7AC6-A437C84DDA1F}"/>
          </ac:cxnSpMkLst>
        </pc:cxnChg>
        <pc:cxnChg chg="add mod">
          <ac:chgData name="Rupesh Bhusare" userId="d95c9a049485b47d" providerId="LiveId" clId="{E71EEC11-822D-4EDC-B738-32DFECE41E70}" dt="2024-04-21T13:05:49.354" v="698" actId="208"/>
          <ac:cxnSpMkLst>
            <pc:docMk/>
            <pc:sldMk cId="1098765663" sldId="1449"/>
            <ac:cxnSpMk id="32" creationId="{3ADC01B8-1154-BCCF-D72B-2601CE272CDA}"/>
          </ac:cxnSpMkLst>
        </pc:cxnChg>
        <pc:cxnChg chg="add mod">
          <ac:chgData name="Rupesh Bhusare" userId="d95c9a049485b47d" providerId="LiveId" clId="{E71EEC11-822D-4EDC-B738-32DFECE41E70}" dt="2024-04-21T13:11:08.464" v="786" actId="14100"/>
          <ac:cxnSpMkLst>
            <pc:docMk/>
            <pc:sldMk cId="1098765663" sldId="1449"/>
            <ac:cxnSpMk id="34" creationId="{5A913ECB-E139-A1E8-5090-55E73EFAE016}"/>
          </ac:cxnSpMkLst>
        </pc:cxnChg>
      </pc:sldChg>
      <pc:sldChg chg="addSp delSp modSp mod">
        <pc:chgData name="Rupesh Bhusare" userId="d95c9a049485b47d" providerId="LiveId" clId="{E71EEC11-822D-4EDC-B738-32DFECE41E70}" dt="2024-04-22T13:51:49.418" v="1392" actId="478"/>
        <pc:sldMkLst>
          <pc:docMk/>
          <pc:sldMk cId="1365091771" sldId="1451"/>
        </pc:sldMkLst>
        <pc:spChg chg="add del mod">
          <ac:chgData name="Rupesh Bhusare" userId="d95c9a049485b47d" providerId="LiveId" clId="{E71EEC11-822D-4EDC-B738-32DFECE41E70}" dt="2024-04-22T13:51:49.418" v="1392" actId="478"/>
          <ac:spMkLst>
            <pc:docMk/>
            <pc:sldMk cId="1365091771" sldId="1451"/>
            <ac:spMk id="4" creationId="{3BB236E3-F490-D61A-58A0-CFC750405BBF}"/>
          </ac:spMkLst>
        </pc:spChg>
        <pc:picChg chg="add mod modCrop">
          <ac:chgData name="Rupesh Bhusare" userId="d95c9a049485b47d" providerId="LiveId" clId="{E71EEC11-822D-4EDC-B738-32DFECE41E70}" dt="2024-04-22T13:51:14.595" v="1390" actId="14861"/>
          <ac:picMkLst>
            <pc:docMk/>
            <pc:sldMk cId="1365091771" sldId="1451"/>
            <ac:picMk id="3" creationId="{2BEAC1DD-F810-DFE9-E57C-FC200C187718}"/>
          </ac:picMkLst>
        </pc:picChg>
        <pc:picChg chg="del mod">
          <ac:chgData name="Rupesh Bhusare" userId="d95c9a049485b47d" providerId="LiveId" clId="{E71EEC11-822D-4EDC-B738-32DFECE41E70}" dt="2024-04-22T13:51:39.280" v="1391" actId="478"/>
          <ac:picMkLst>
            <pc:docMk/>
            <pc:sldMk cId="1365091771" sldId="1451"/>
            <ac:picMk id="1026" creationId="{AFBFEEC0-7E7D-5D2F-4D9C-39595E31E114}"/>
          </ac:picMkLst>
        </pc:picChg>
      </pc:sldChg>
      <pc:sldChg chg="del">
        <pc:chgData name="Rupesh Bhusare" userId="d95c9a049485b47d" providerId="LiveId" clId="{E71EEC11-822D-4EDC-B738-32DFECE41E70}" dt="2024-04-22T19:02:33.110" v="1429" actId="47"/>
        <pc:sldMkLst>
          <pc:docMk/>
          <pc:sldMk cId="2711134120" sldId="1454"/>
        </pc:sldMkLst>
      </pc:sldChg>
      <pc:sldChg chg="add">
        <pc:chgData name="Rupesh Bhusare" userId="d95c9a049485b47d" providerId="LiveId" clId="{E71EEC11-822D-4EDC-B738-32DFECE41E70}" dt="2024-04-22T18:08:13.553" v="1400"/>
        <pc:sldMkLst>
          <pc:docMk/>
          <pc:sldMk cId="4075123875" sldId="1456"/>
        </pc:sldMkLst>
      </pc:sldChg>
      <pc:sldChg chg="addSp delSp modSp new mod">
        <pc:chgData name="Rupesh Bhusare" userId="d95c9a049485b47d" providerId="LiveId" clId="{E71EEC11-822D-4EDC-B738-32DFECE41E70}" dt="2024-04-23T04:53:25.724" v="1658" actId="113"/>
        <pc:sldMkLst>
          <pc:docMk/>
          <pc:sldMk cId="2431610469" sldId="1457"/>
        </pc:sldMkLst>
        <pc:spChg chg="mod">
          <ac:chgData name="Rupesh Bhusare" userId="d95c9a049485b47d" providerId="LiveId" clId="{E71EEC11-822D-4EDC-B738-32DFECE41E70}" dt="2024-04-23T04:53:25.724" v="1658" actId="113"/>
          <ac:spMkLst>
            <pc:docMk/>
            <pc:sldMk cId="2431610469" sldId="1457"/>
            <ac:spMk id="2" creationId="{7D5D8C9D-90CD-670A-D025-2DCDCDEEE8FA}"/>
          </ac:spMkLst>
        </pc:spChg>
        <pc:spChg chg="del">
          <ac:chgData name="Rupesh Bhusare" userId="d95c9a049485b47d" providerId="LiveId" clId="{E71EEC11-822D-4EDC-B738-32DFECE41E70}" dt="2024-04-23T04:48:50.614" v="1641" actId="931"/>
          <ac:spMkLst>
            <pc:docMk/>
            <pc:sldMk cId="2431610469" sldId="1457"/>
            <ac:spMk id="3" creationId="{D650B30C-4854-5633-2BA4-6AE3F7AE2FD2}"/>
          </ac:spMkLst>
        </pc:spChg>
        <pc:picChg chg="add mod">
          <ac:chgData name="Rupesh Bhusare" userId="d95c9a049485b47d" providerId="LiveId" clId="{E71EEC11-822D-4EDC-B738-32DFECE41E70}" dt="2024-04-23T04:49:21.490" v="1643" actId="1440"/>
          <ac:picMkLst>
            <pc:docMk/>
            <pc:sldMk cId="2431610469" sldId="1457"/>
            <ac:picMk id="5" creationId="{D731BD32-D868-951B-21F1-4D17F0E46B30}"/>
          </ac:picMkLst>
        </pc:picChg>
      </pc:sldChg>
      <pc:sldChg chg="addSp delSp modSp new mod">
        <pc:chgData name="Rupesh Bhusare" userId="d95c9a049485b47d" providerId="LiveId" clId="{E71EEC11-822D-4EDC-B738-32DFECE41E70}" dt="2024-04-23T08:10:23.984" v="1660" actId="14826"/>
        <pc:sldMkLst>
          <pc:docMk/>
          <pc:sldMk cId="3789242874" sldId="1458"/>
        </pc:sldMkLst>
        <pc:spChg chg="del">
          <ac:chgData name="Rupesh Bhusare" userId="d95c9a049485b47d" providerId="LiveId" clId="{E71EEC11-822D-4EDC-B738-32DFECE41E70}" dt="2024-04-22T19:33:28.392" v="1434" actId="478"/>
          <ac:spMkLst>
            <pc:docMk/>
            <pc:sldMk cId="3789242874" sldId="1458"/>
            <ac:spMk id="2" creationId="{8AF3D3BA-F247-412E-1AD5-B0AD477B76BD}"/>
          </ac:spMkLst>
        </pc:spChg>
        <pc:spChg chg="del">
          <ac:chgData name="Rupesh Bhusare" userId="d95c9a049485b47d" providerId="LiveId" clId="{E71EEC11-822D-4EDC-B738-32DFECE41E70}" dt="2024-04-22T19:33:32.575" v="1435" actId="478"/>
          <ac:spMkLst>
            <pc:docMk/>
            <pc:sldMk cId="3789242874" sldId="1458"/>
            <ac:spMk id="3" creationId="{597FBD34-3C17-A174-65AB-B350B8CDE021}"/>
          </ac:spMkLst>
        </pc:spChg>
        <pc:spChg chg="add mod">
          <ac:chgData name="Rupesh Bhusare" userId="d95c9a049485b47d" providerId="LiveId" clId="{E71EEC11-822D-4EDC-B738-32DFECE41E70}" dt="2024-04-22T19:49:15.836" v="1563" actId="1076"/>
          <ac:spMkLst>
            <pc:docMk/>
            <pc:sldMk cId="3789242874" sldId="1458"/>
            <ac:spMk id="28" creationId="{0BCC007D-D690-D821-6E35-61DF3A5FAA4A}"/>
          </ac:spMkLst>
        </pc:spChg>
        <pc:spChg chg="add mod">
          <ac:chgData name="Rupesh Bhusare" userId="d95c9a049485b47d" providerId="LiveId" clId="{E71EEC11-822D-4EDC-B738-32DFECE41E70}" dt="2024-04-22T19:47:25.648" v="1523" actId="1076"/>
          <ac:spMkLst>
            <pc:docMk/>
            <pc:sldMk cId="3789242874" sldId="1458"/>
            <ac:spMk id="33" creationId="{7BF9DB85-71BC-8CDB-9437-FB12A83599A3}"/>
          </ac:spMkLst>
        </pc:spChg>
        <pc:spChg chg="add mod">
          <ac:chgData name="Rupesh Bhusare" userId="d95c9a049485b47d" providerId="LiveId" clId="{E71EEC11-822D-4EDC-B738-32DFECE41E70}" dt="2024-04-22T19:48:29.503" v="1559" actId="20577"/>
          <ac:spMkLst>
            <pc:docMk/>
            <pc:sldMk cId="3789242874" sldId="1458"/>
            <ac:spMk id="34" creationId="{777E255D-51A5-C3B7-7DE1-C0358D8ABFF4}"/>
          </ac:spMkLst>
        </pc:spChg>
        <pc:spChg chg="add mod">
          <ac:chgData name="Rupesh Bhusare" userId="d95c9a049485b47d" providerId="LiveId" clId="{E71EEC11-822D-4EDC-B738-32DFECE41E70}" dt="2024-04-22T19:56:45.293" v="1625" actId="20577"/>
          <ac:spMkLst>
            <pc:docMk/>
            <pc:sldMk cId="3789242874" sldId="1458"/>
            <ac:spMk id="35" creationId="{38702ED8-1478-0D36-6912-2609A70065ED}"/>
          </ac:spMkLst>
        </pc:spChg>
        <pc:spChg chg="add mod">
          <ac:chgData name="Rupesh Bhusare" userId="d95c9a049485b47d" providerId="LiveId" clId="{E71EEC11-822D-4EDC-B738-32DFECE41E70}" dt="2024-04-22T19:56:34.179" v="1619" actId="20577"/>
          <ac:spMkLst>
            <pc:docMk/>
            <pc:sldMk cId="3789242874" sldId="1458"/>
            <ac:spMk id="36" creationId="{7284A591-D089-F870-19FA-BAC407DD55AE}"/>
          </ac:spMkLst>
        </pc:spChg>
        <pc:picChg chg="add mod">
          <ac:chgData name="Rupesh Bhusare" userId="d95c9a049485b47d" providerId="LiveId" clId="{E71EEC11-822D-4EDC-B738-32DFECE41E70}" dt="2024-04-22T19:34:12.346" v="1436" actId="931"/>
          <ac:picMkLst>
            <pc:docMk/>
            <pc:sldMk cId="3789242874" sldId="1458"/>
            <ac:picMk id="5" creationId="{81E81B67-3124-E633-8EC2-3E93DCF486DB}"/>
          </ac:picMkLst>
        </pc:picChg>
        <pc:picChg chg="add mod">
          <ac:chgData name="Rupesh Bhusare" userId="d95c9a049485b47d" providerId="LiveId" clId="{E71EEC11-822D-4EDC-B738-32DFECE41E70}" dt="2024-04-22T19:34:12.346" v="1436" actId="931"/>
          <ac:picMkLst>
            <pc:docMk/>
            <pc:sldMk cId="3789242874" sldId="1458"/>
            <ac:picMk id="7" creationId="{EF7465B8-5FF0-A241-3224-7A7D02107BAE}"/>
          </ac:picMkLst>
        </pc:picChg>
        <pc:picChg chg="add mod">
          <ac:chgData name="Rupesh Bhusare" userId="d95c9a049485b47d" providerId="LiveId" clId="{E71EEC11-822D-4EDC-B738-32DFECE41E70}" dt="2024-04-22T19:34:12.346" v="1436" actId="931"/>
          <ac:picMkLst>
            <pc:docMk/>
            <pc:sldMk cId="3789242874" sldId="1458"/>
            <ac:picMk id="9" creationId="{56C47233-0AE9-E7C5-26B3-A3F25D3B12F9}"/>
          </ac:picMkLst>
        </pc:picChg>
        <pc:picChg chg="add mod">
          <ac:chgData name="Rupesh Bhusare" userId="d95c9a049485b47d" providerId="LiveId" clId="{E71EEC11-822D-4EDC-B738-32DFECE41E70}" dt="2024-04-22T19:34:12.346" v="1436" actId="931"/>
          <ac:picMkLst>
            <pc:docMk/>
            <pc:sldMk cId="3789242874" sldId="1458"/>
            <ac:picMk id="11" creationId="{B930D563-EED5-EE82-0E03-AFBFFAB539A6}"/>
          </ac:picMkLst>
        </pc:picChg>
        <pc:picChg chg="add mod">
          <ac:chgData name="Rupesh Bhusare" userId="d95c9a049485b47d" providerId="LiveId" clId="{E71EEC11-822D-4EDC-B738-32DFECE41E70}" dt="2024-04-22T19:34:12.346" v="1436" actId="931"/>
          <ac:picMkLst>
            <pc:docMk/>
            <pc:sldMk cId="3789242874" sldId="1458"/>
            <ac:picMk id="13" creationId="{DA49C489-0AF0-9AA8-4F5B-D4CB6814F5E7}"/>
          </ac:picMkLst>
        </pc:picChg>
        <pc:picChg chg="add mod">
          <ac:chgData name="Rupesh Bhusare" userId="d95c9a049485b47d" providerId="LiveId" clId="{E71EEC11-822D-4EDC-B738-32DFECE41E70}" dt="2024-04-22T19:34:12.346" v="1436" actId="931"/>
          <ac:picMkLst>
            <pc:docMk/>
            <pc:sldMk cId="3789242874" sldId="1458"/>
            <ac:picMk id="15" creationId="{5BBFB60D-A25D-8159-5D32-FF9229FE23F7}"/>
          </ac:picMkLst>
        </pc:picChg>
        <pc:picChg chg="add mod">
          <ac:chgData name="Rupesh Bhusare" userId="d95c9a049485b47d" providerId="LiveId" clId="{E71EEC11-822D-4EDC-B738-32DFECE41E70}" dt="2024-04-22T19:34:12.346" v="1436" actId="931"/>
          <ac:picMkLst>
            <pc:docMk/>
            <pc:sldMk cId="3789242874" sldId="1458"/>
            <ac:picMk id="17" creationId="{B690A51A-0F3B-C042-EF2A-C54529089A80}"/>
          </ac:picMkLst>
        </pc:picChg>
        <pc:picChg chg="add mod">
          <ac:chgData name="Rupesh Bhusare" userId="d95c9a049485b47d" providerId="LiveId" clId="{E71EEC11-822D-4EDC-B738-32DFECE41E70}" dt="2024-04-22T19:34:12.346" v="1436" actId="931"/>
          <ac:picMkLst>
            <pc:docMk/>
            <pc:sldMk cId="3789242874" sldId="1458"/>
            <ac:picMk id="19" creationId="{5E367D75-4049-6C26-D916-981B30AC0A09}"/>
          </ac:picMkLst>
        </pc:picChg>
        <pc:picChg chg="add mod">
          <ac:chgData name="Rupesh Bhusare" userId="d95c9a049485b47d" providerId="LiveId" clId="{E71EEC11-822D-4EDC-B738-32DFECE41E70}" dt="2024-04-22T19:35:06.628" v="1445" actId="14100"/>
          <ac:picMkLst>
            <pc:docMk/>
            <pc:sldMk cId="3789242874" sldId="1458"/>
            <ac:picMk id="21" creationId="{8F11F183-DDAE-BF79-5B3A-D504DD24ECBF}"/>
          </ac:picMkLst>
        </pc:picChg>
        <pc:picChg chg="add mod">
          <ac:chgData name="Rupesh Bhusare" userId="d95c9a049485b47d" providerId="LiveId" clId="{E71EEC11-822D-4EDC-B738-32DFECE41E70}" dt="2024-04-22T19:35:06.628" v="1445" actId="14100"/>
          <ac:picMkLst>
            <pc:docMk/>
            <pc:sldMk cId="3789242874" sldId="1458"/>
            <ac:picMk id="23" creationId="{95E47700-B9F4-D490-22C0-7DFF7DF633F1}"/>
          </ac:picMkLst>
        </pc:picChg>
        <pc:picChg chg="add mod">
          <ac:chgData name="Rupesh Bhusare" userId="d95c9a049485b47d" providerId="LiveId" clId="{E71EEC11-822D-4EDC-B738-32DFECE41E70}" dt="2024-04-23T04:51:54.817" v="1650" actId="14861"/>
          <ac:picMkLst>
            <pc:docMk/>
            <pc:sldMk cId="3789242874" sldId="1458"/>
            <ac:picMk id="25" creationId="{21D915FD-6BCE-3134-EE81-1179C1DF2FB4}"/>
          </ac:picMkLst>
        </pc:picChg>
        <pc:picChg chg="add mod">
          <ac:chgData name="Rupesh Bhusare" userId="d95c9a049485b47d" providerId="LiveId" clId="{E71EEC11-822D-4EDC-B738-32DFECE41E70}" dt="2024-04-23T04:52:15.555" v="1654" actId="208"/>
          <ac:picMkLst>
            <pc:docMk/>
            <pc:sldMk cId="3789242874" sldId="1458"/>
            <ac:picMk id="27" creationId="{D8DC7ADC-9C54-2C81-85C3-AA24D463D73D}"/>
          </ac:picMkLst>
        </pc:picChg>
        <pc:picChg chg="add mod">
          <ac:chgData name="Rupesh Bhusare" userId="d95c9a049485b47d" providerId="LiveId" clId="{E71EEC11-822D-4EDC-B738-32DFECE41E70}" dt="2024-04-23T08:09:00.674" v="1659" actId="14826"/>
          <ac:picMkLst>
            <pc:docMk/>
            <pc:sldMk cId="3789242874" sldId="1458"/>
            <ac:picMk id="30" creationId="{EE27D4A6-36A9-C9F1-1CA1-1C9E32AC37DC}"/>
          </ac:picMkLst>
        </pc:picChg>
        <pc:picChg chg="add mod">
          <ac:chgData name="Rupesh Bhusare" userId="d95c9a049485b47d" providerId="LiveId" clId="{E71EEC11-822D-4EDC-B738-32DFECE41E70}" dt="2024-04-23T08:10:23.984" v="1660" actId="14826"/>
          <ac:picMkLst>
            <pc:docMk/>
            <pc:sldMk cId="3789242874" sldId="1458"/>
            <ac:picMk id="32" creationId="{56208954-CD73-4DBB-224A-5CC4F35E8E87}"/>
          </ac:picMkLst>
        </pc:picChg>
      </pc:sldChg>
      <pc:sldChg chg="delSp new del mod">
        <pc:chgData name="Rupesh Bhusare" userId="d95c9a049485b47d" providerId="LiveId" clId="{E71EEC11-822D-4EDC-B738-32DFECE41E70}" dt="2024-04-22T19:38:36.654" v="1482" actId="47"/>
        <pc:sldMkLst>
          <pc:docMk/>
          <pc:sldMk cId="1737570041" sldId="1459"/>
        </pc:sldMkLst>
        <pc:spChg chg="del">
          <ac:chgData name="Rupesh Bhusare" userId="d95c9a049485b47d" providerId="LiveId" clId="{E71EEC11-822D-4EDC-B738-32DFECE41E70}" dt="2024-04-22T19:38:23.489" v="1480" actId="478"/>
          <ac:spMkLst>
            <pc:docMk/>
            <pc:sldMk cId="1737570041" sldId="1459"/>
            <ac:spMk id="2" creationId="{0D2BA33F-F607-3BCA-FFCC-DCF9328C5738}"/>
          </ac:spMkLst>
        </pc:spChg>
        <pc:spChg chg="del">
          <ac:chgData name="Rupesh Bhusare" userId="d95c9a049485b47d" providerId="LiveId" clId="{E71EEC11-822D-4EDC-B738-32DFECE41E70}" dt="2024-04-22T19:38:25.109" v="1481" actId="478"/>
          <ac:spMkLst>
            <pc:docMk/>
            <pc:sldMk cId="1737570041" sldId="1459"/>
            <ac:spMk id="3" creationId="{3623A951-22BB-1B7A-8D11-C6DAEDC476D3}"/>
          </ac:spMkLst>
        </pc:spChg>
      </pc:sldChg>
      <pc:sldChg chg="addSp delSp modSp add mod">
        <pc:chgData name="Rupesh Bhusare" userId="d95c9a049485b47d" providerId="LiveId" clId="{E71EEC11-822D-4EDC-B738-32DFECE41E70}" dt="2024-04-23T08:12:51.220" v="1661" actId="14826"/>
        <pc:sldMkLst>
          <pc:docMk/>
          <pc:sldMk cId="1776368713" sldId="1459"/>
        </pc:sldMkLst>
        <pc:spChg chg="add mod">
          <ac:chgData name="Rupesh Bhusare" userId="d95c9a049485b47d" providerId="LiveId" clId="{E71EEC11-822D-4EDC-B738-32DFECE41E70}" dt="2024-04-22T19:48:46.436" v="1562"/>
          <ac:spMkLst>
            <pc:docMk/>
            <pc:sldMk cId="1776368713" sldId="1459"/>
            <ac:spMk id="2" creationId="{C82F8DD4-960D-A83B-84D2-A954A4E47221}"/>
          </ac:spMkLst>
        </pc:spChg>
        <pc:spChg chg="add del mod">
          <ac:chgData name="Rupesh Bhusare" userId="d95c9a049485b47d" providerId="LiveId" clId="{E71EEC11-822D-4EDC-B738-32DFECE41E70}" dt="2024-04-22T19:52:26.515" v="1575" actId="478"/>
          <ac:spMkLst>
            <pc:docMk/>
            <pc:sldMk cId="1776368713" sldId="1459"/>
            <ac:spMk id="3" creationId="{F9C6A248-006B-FDF1-6CA9-D5676A9B0E92}"/>
          </ac:spMkLst>
        </pc:spChg>
        <pc:spChg chg="add mod">
          <ac:chgData name="Rupesh Bhusare" userId="d95c9a049485b47d" providerId="LiveId" clId="{E71EEC11-822D-4EDC-B738-32DFECE41E70}" dt="2024-04-22T19:57:11.161" v="1634" actId="14100"/>
          <ac:spMkLst>
            <pc:docMk/>
            <pc:sldMk cId="1776368713" sldId="1459"/>
            <ac:spMk id="4" creationId="{E54EF1E4-7943-2021-431E-84750595AE70}"/>
          </ac:spMkLst>
        </pc:spChg>
        <pc:spChg chg="add mod">
          <ac:chgData name="Rupesh Bhusare" userId="d95c9a049485b47d" providerId="LiveId" clId="{E71EEC11-822D-4EDC-B738-32DFECE41E70}" dt="2024-04-22T19:57:31.921" v="1640" actId="20577"/>
          <ac:spMkLst>
            <pc:docMk/>
            <pc:sldMk cId="1776368713" sldId="1459"/>
            <ac:spMk id="5" creationId="{64AC47F0-CCBC-6935-0EEE-092D21A2B47B}"/>
          </ac:spMkLst>
        </pc:spChg>
        <pc:spChg chg="mod">
          <ac:chgData name="Rupesh Bhusare" userId="d95c9a049485b47d" providerId="LiveId" clId="{E71EEC11-822D-4EDC-B738-32DFECE41E70}" dt="2024-04-22T19:46:15.482" v="1513" actId="1076"/>
          <ac:spMkLst>
            <pc:docMk/>
            <pc:sldMk cId="1776368713" sldId="1459"/>
            <ac:spMk id="28" creationId="{0BCC007D-D690-D821-6E35-61DF3A5FAA4A}"/>
          </ac:spMkLst>
        </pc:spChg>
        <pc:spChg chg="mod">
          <ac:chgData name="Rupesh Bhusare" userId="d95c9a049485b47d" providerId="LiveId" clId="{E71EEC11-822D-4EDC-B738-32DFECE41E70}" dt="2024-04-22T19:46:07.891" v="1512" actId="1076"/>
          <ac:spMkLst>
            <pc:docMk/>
            <pc:sldMk cId="1776368713" sldId="1459"/>
            <ac:spMk id="33" creationId="{7BF9DB85-71BC-8CDB-9437-FB12A83599A3}"/>
          </ac:spMkLst>
        </pc:spChg>
        <pc:picChg chg="mod">
          <ac:chgData name="Rupesh Bhusare" userId="d95c9a049485b47d" providerId="LiveId" clId="{E71EEC11-822D-4EDC-B738-32DFECE41E70}" dt="2024-04-23T04:51:13.058" v="1644" actId="14861"/>
          <ac:picMkLst>
            <pc:docMk/>
            <pc:sldMk cId="1776368713" sldId="1459"/>
            <ac:picMk id="25" creationId="{21D915FD-6BCE-3134-EE81-1179C1DF2FB4}"/>
          </ac:picMkLst>
        </pc:picChg>
        <pc:picChg chg="mod">
          <ac:chgData name="Rupesh Bhusare" userId="d95c9a049485b47d" providerId="LiveId" clId="{E71EEC11-822D-4EDC-B738-32DFECE41E70}" dt="2024-04-23T08:12:51.220" v="1661" actId="14826"/>
          <ac:picMkLst>
            <pc:docMk/>
            <pc:sldMk cId="1776368713" sldId="1459"/>
            <ac:picMk id="27" creationId="{D8DC7ADC-9C54-2C81-85C3-AA24D463D73D}"/>
          </ac:picMkLst>
        </pc:picChg>
        <pc:picChg chg="mod">
          <ac:chgData name="Rupesh Bhusare" userId="d95c9a049485b47d" providerId="LiveId" clId="{E71EEC11-822D-4EDC-B738-32DFECE41E70}" dt="2024-04-23T04:51:17.927" v="1645" actId="14861"/>
          <ac:picMkLst>
            <pc:docMk/>
            <pc:sldMk cId="1776368713" sldId="1459"/>
            <ac:picMk id="30" creationId="{EE27D4A6-36A9-C9F1-1CA1-1C9E32AC37DC}"/>
          </ac:picMkLst>
        </pc:picChg>
        <pc:picChg chg="mod">
          <ac:chgData name="Rupesh Bhusare" userId="d95c9a049485b47d" providerId="LiveId" clId="{E71EEC11-822D-4EDC-B738-32DFECE41E70}" dt="2024-04-23T04:51:33.973" v="1648" actId="208"/>
          <ac:picMkLst>
            <pc:docMk/>
            <pc:sldMk cId="1776368713" sldId="1459"/>
            <ac:picMk id="32" creationId="{56208954-CD73-4DBB-224A-5CC4F35E8E87}"/>
          </ac:picMkLst>
        </pc:picChg>
      </pc:sldChg>
      <pc:sldChg chg="add del">
        <pc:chgData name="Rupesh Bhusare" userId="d95c9a049485b47d" providerId="LiveId" clId="{E71EEC11-822D-4EDC-B738-32DFECE41E70}" dt="2024-04-22T19:48:37.049" v="1561"/>
        <pc:sldMkLst>
          <pc:docMk/>
          <pc:sldMk cId="2276924814" sldId="1460"/>
        </pc:sldMkLst>
      </pc:sldChg>
    </pc:docChg>
  </pc:docChgLst>
  <pc:docChgLst>
    <pc:chgData name="sai prasanna" userId="d011dfdd0a02c142" providerId="LiveId" clId="{CD536C01-7859-4F73-8747-8CABC1AA2FD8}"/>
    <pc:docChg chg="undo redo custSel addSld delSld modSld">
      <pc:chgData name="sai prasanna" userId="d011dfdd0a02c142" providerId="LiveId" clId="{CD536C01-7859-4F73-8747-8CABC1AA2FD8}" dt="2024-04-23T07:16:24.359" v="3497" actId="20577"/>
      <pc:docMkLst>
        <pc:docMk/>
      </pc:docMkLst>
      <pc:sldChg chg="addSp modSp mod">
        <pc:chgData name="sai prasanna" userId="d011dfdd0a02c142" providerId="LiveId" clId="{CD536C01-7859-4F73-8747-8CABC1AA2FD8}" dt="2024-04-22T13:50:26.497" v="3111" actId="1076"/>
        <pc:sldMkLst>
          <pc:docMk/>
          <pc:sldMk cId="1819359268" sldId="256"/>
        </pc:sldMkLst>
        <pc:spChg chg="mod">
          <ac:chgData name="sai prasanna" userId="d011dfdd0a02c142" providerId="LiveId" clId="{CD536C01-7859-4F73-8747-8CABC1AA2FD8}" dt="2024-04-22T13:21:24.030" v="3103" actId="113"/>
          <ac:spMkLst>
            <pc:docMk/>
            <pc:sldMk cId="1819359268" sldId="256"/>
            <ac:spMk id="2" creationId="{8268D3E5-C7A3-47DF-A374-46BF83A69904}"/>
          </ac:spMkLst>
        </pc:spChg>
        <pc:spChg chg="mod">
          <ac:chgData name="sai prasanna" userId="d011dfdd0a02c142" providerId="LiveId" clId="{CD536C01-7859-4F73-8747-8CABC1AA2FD8}" dt="2024-04-21T09:37:59.998" v="1593" actId="20577"/>
          <ac:spMkLst>
            <pc:docMk/>
            <pc:sldMk cId="1819359268" sldId="256"/>
            <ac:spMk id="3" creationId="{2E78725B-6E40-4D82-B375-7831D81C29EE}"/>
          </ac:spMkLst>
        </pc:spChg>
        <pc:picChg chg="add mod">
          <ac:chgData name="sai prasanna" userId="d011dfdd0a02c142" providerId="LiveId" clId="{CD536C01-7859-4F73-8747-8CABC1AA2FD8}" dt="2024-04-22T13:50:26.497" v="3111" actId="1076"/>
          <ac:picMkLst>
            <pc:docMk/>
            <pc:sldMk cId="1819359268" sldId="256"/>
            <ac:picMk id="2050" creationId="{835F2F57-D624-A481-8408-790ED3DD01FF}"/>
          </ac:picMkLst>
        </pc:picChg>
      </pc:sldChg>
      <pc:sldChg chg="modSp mod">
        <pc:chgData name="sai prasanna" userId="d011dfdd0a02c142" providerId="LiveId" clId="{CD536C01-7859-4F73-8747-8CABC1AA2FD8}" dt="2024-04-22T18:15:31.393" v="3476" actId="113"/>
        <pc:sldMkLst>
          <pc:docMk/>
          <pc:sldMk cId="111365159" sldId="267"/>
        </pc:sldMkLst>
        <pc:spChg chg="mod">
          <ac:chgData name="sai prasanna" userId="d011dfdd0a02c142" providerId="LiveId" clId="{CD536C01-7859-4F73-8747-8CABC1AA2FD8}" dt="2024-04-22T18:15:31.393" v="3476" actId="113"/>
          <ac:spMkLst>
            <pc:docMk/>
            <pc:sldMk cId="111365159" sldId="267"/>
            <ac:spMk id="46" creationId="{2F801B61-939F-F796-E237-F07136ABDF98}"/>
          </ac:spMkLst>
        </pc:spChg>
        <pc:spChg chg="mod">
          <ac:chgData name="sai prasanna" userId="d011dfdd0a02c142" providerId="LiveId" clId="{CD536C01-7859-4F73-8747-8CABC1AA2FD8}" dt="2024-04-22T18:15:20.998" v="3475" actId="20577"/>
          <ac:spMkLst>
            <pc:docMk/>
            <pc:sldMk cId="111365159" sldId="267"/>
            <ac:spMk id="50" creationId="{5D8C9765-E74F-12B0-6503-7822EA10D0DF}"/>
          </ac:spMkLst>
        </pc:spChg>
      </pc:sldChg>
      <pc:sldChg chg="modSp mod">
        <pc:chgData name="sai prasanna" userId="d011dfdd0a02c142" providerId="LiveId" clId="{CD536C01-7859-4F73-8747-8CABC1AA2FD8}" dt="2024-04-22T13:29:09.557" v="3105" actId="20577"/>
        <pc:sldMkLst>
          <pc:docMk/>
          <pc:sldMk cId="2767208848" sldId="268"/>
        </pc:sldMkLst>
        <pc:spChg chg="mod">
          <ac:chgData name="sai prasanna" userId="d011dfdd0a02c142" providerId="LiveId" clId="{CD536C01-7859-4F73-8747-8CABC1AA2FD8}" dt="2024-04-22T13:29:09.557" v="3105" actId="20577"/>
          <ac:spMkLst>
            <pc:docMk/>
            <pc:sldMk cId="2767208848" sldId="268"/>
            <ac:spMk id="5" creationId="{2B95F472-F731-29F9-FD0E-6027E2A9CD29}"/>
          </ac:spMkLst>
        </pc:spChg>
      </pc:sldChg>
      <pc:sldChg chg="addSp delSp modSp mod modAnim">
        <pc:chgData name="sai prasanna" userId="d011dfdd0a02c142" providerId="LiveId" clId="{CD536C01-7859-4F73-8747-8CABC1AA2FD8}" dt="2024-04-23T04:57:50.852" v="3495" actId="20577"/>
        <pc:sldMkLst>
          <pc:docMk/>
          <pc:sldMk cId="643666859" sldId="1227"/>
        </pc:sldMkLst>
        <pc:spChg chg="add del mod">
          <ac:chgData name="sai prasanna" userId="d011dfdd0a02c142" providerId="LiveId" clId="{CD536C01-7859-4F73-8747-8CABC1AA2FD8}" dt="2024-04-21T16:35:37.203" v="2642" actId="21"/>
          <ac:spMkLst>
            <pc:docMk/>
            <pc:sldMk cId="643666859" sldId="1227"/>
            <ac:spMk id="2" creationId="{DB2A78D3-B766-7B6B-AF40-02DB5E215DA2}"/>
          </ac:spMkLst>
        </pc:spChg>
        <pc:spChg chg="add del mod">
          <ac:chgData name="sai prasanna" userId="d011dfdd0a02c142" providerId="LiveId" clId="{CD536C01-7859-4F73-8747-8CABC1AA2FD8}" dt="2024-04-21T16:27:59.958" v="2538" actId="21"/>
          <ac:spMkLst>
            <pc:docMk/>
            <pc:sldMk cId="643666859" sldId="1227"/>
            <ac:spMk id="3" creationId="{59C156CD-2B9E-9018-CBF8-A8B23DB9D52D}"/>
          </ac:spMkLst>
        </pc:spChg>
        <pc:spChg chg="add del mod">
          <ac:chgData name="sai prasanna" userId="d011dfdd0a02c142" providerId="LiveId" clId="{CD536C01-7859-4F73-8747-8CABC1AA2FD8}" dt="2024-04-21T16:27:54.708" v="2537" actId="21"/>
          <ac:spMkLst>
            <pc:docMk/>
            <pc:sldMk cId="643666859" sldId="1227"/>
            <ac:spMk id="4" creationId="{F2872E1C-AD8F-0842-867A-EDACDDCEE33F}"/>
          </ac:spMkLst>
        </pc:spChg>
        <pc:spChg chg="add del mod">
          <ac:chgData name="sai prasanna" userId="d011dfdd0a02c142" providerId="LiveId" clId="{CD536C01-7859-4F73-8747-8CABC1AA2FD8}" dt="2024-04-21T16:32:28.671" v="2615"/>
          <ac:spMkLst>
            <pc:docMk/>
            <pc:sldMk cId="643666859" sldId="1227"/>
            <ac:spMk id="5" creationId="{071F45EA-A02E-42EB-4611-FBE51123FD9D}"/>
          </ac:spMkLst>
        </pc:spChg>
        <pc:spChg chg="add del mod">
          <ac:chgData name="sai prasanna" userId="d011dfdd0a02c142" providerId="LiveId" clId="{CD536C01-7859-4F73-8747-8CABC1AA2FD8}" dt="2024-04-21T16:45:38.182" v="2675" actId="21"/>
          <ac:spMkLst>
            <pc:docMk/>
            <pc:sldMk cId="643666859" sldId="1227"/>
            <ac:spMk id="6" creationId="{634F6BDD-8BDC-DF3D-9E6A-CB16CE600054}"/>
          </ac:spMkLst>
        </pc:spChg>
        <pc:spChg chg="mod">
          <ac:chgData name="sai prasanna" userId="d011dfdd0a02c142" providerId="LiveId" clId="{CD536C01-7859-4F73-8747-8CABC1AA2FD8}" dt="2024-04-21T16:19:10.046" v="2433" actId="14100"/>
          <ac:spMkLst>
            <pc:docMk/>
            <pc:sldMk cId="643666859" sldId="1227"/>
            <ac:spMk id="1043458" creationId="{00000000-0000-0000-0000-000000000000}"/>
          </ac:spMkLst>
        </pc:spChg>
        <pc:spChg chg="mod">
          <ac:chgData name="sai prasanna" userId="d011dfdd0a02c142" providerId="LiveId" clId="{CD536C01-7859-4F73-8747-8CABC1AA2FD8}" dt="2024-04-23T04:57:50.852" v="3495" actId="20577"/>
          <ac:spMkLst>
            <pc:docMk/>
            <pc:sldMk cId="643666859" sldId="1227"/>
            <ac:spMk id="1043459" creationId="{00000000-0000-0000-0000-000000000000}"/>
          </ac:spMkLst>
        </pc:spChg>
      </pc:sldChg>
      <pc:sldChg chg="addSp modSp mod">
        <pc:chgData name="sai prasanna" userId="d011dfdd0a02c142" providerId="LiveId" clId="{CD536C01-7859-4F73-8747-8CABC1AA2FD8}" dt="2024-04-22T20:42:21.475" v="3480" actId="14100"/>
        <pc:sldMkLst>
          <pc:docMk/>
          <pc:sldMk cId="3222179627" sldId="1228"/>
        </pc:sldMkLst>
        <pc:spChg chg="add mod">
          <ac:chgData name="sai prasanna" userId="d011dfdd0a02c142" providerId="LiveId" clId="{CD536C01-7859-4F73-8747-8CABC1AA2FD8}" dt="2024-04-22T20:42:21.475" v="3480" actId="14100"/>
          <ac:spMkLst>
            <pc:docMk/>
            <pc:sldMk cId="3222179627" sldId="1228"/>
            <ac:spMk id="2" creationId="{7DF6F8DA-82B4-AECD-BD9F-70A4DD81947D}"/>
          </ac:spMkLst>
        </pc:spChg>
        <pc:picChg chg="mod">
          <ac:chgData name="sai prasanna" userId="d011dfdd0a02c142" providerId="LiveId" clId="{CD536C01-7859-4F73-8747-8CABC1AA2FD8}" dt="2024-04-21T14:06:42.411" v="2218" actId="1076"/>
          <ac:picMkLst>
            <pc:docMk/>
            <pc:sldMk cId="3222179627" sldId="1228"/>
            <ac:picMk id="5" creationId="{AA4F205A-6704-9F8A-9F1D-6534E1A2683D}"/>
          </ac:picMkLst>
        </pc:picChg>
        <pc:picChg chg="mod">
          <ac:chgData name="sai prasanna" userId="d011dfdd0a02c142" providerId="LiveId" clId="{CD536C01-7859-4F73-8747-8CABC1AA2FD8}" dt="2024-04-21T14:06:50.297" v="2219" actId="1076"/>
          <ac:picMkLst>
            <pc:docMk/>
            <pc:sldMk cId="3222179627" sldId="1228"/>
            <ac:picMk id="8" creationId="{27F1700F-2D09-EE26-1645-FF8F77CCAA76}"/>
          </ac:picMkLst>
        </pc:picChg>
      </pc:sldChg>
      <pc:sldChg chg="addSp delSp modSp mod modAnim">
        <pc:chgData name="sai prasanna" userId="d011dfdd0a02c142" providerId="LiveId" clId="{CD536C01-7859-4F73-8747-8CABC1AA2FD8}" dt="2024-04-23T07:16:24.359" v="3497" actId="20577"/>
        <pc:sldMkLst>
          <pc:docMk/>
          <pc:sldMk cId="3540375598" sldId="1230"/>
        </pc:sldMkLst>
        <pc:spChg chg="mod">
          <ac:chgData name="sai prasanna" userId="d011dfdd0a02c142" providerId="LiveId" clId="{CD536C01-7859-4F73-8747-8CABC1AA2FD8}" dt="2024-04-23T07:16:24.359" v="3497" actId="20577"/>
          <ac:spMkLst>
            <pc:docMk/>
            <pc:sldMk cId="3540375598" sldId="1230"/>
            <ac:spMk id="2" creationId="{FF350848-925C-A453-4569-75CA0754D3F9}"/>
          </ac:spMkLst>
        </pc:spChg>
        <pc:spChg chg="del">
          <ac:chgData name="sai prasanna" userId="d011dfdd0a02c142" providerId="LiveId" clId="{CD536C01-7859-4F73-8747-8CABC1AA2FD8}" dt="2024-04-21T06:14:31.393" v="778" actId="21"/>
          <ac:spMkLst>
            <pc:docMk/>
            <pc:sldMk cId="3540375598" sldId="1230"/>
            <ac:spMk id="3" creationId="{58A70BCE-09B0-01F0-95C8-C5000C6DE3A5}"/>
          </ac:spMkLst>
        </pc:spChg>
        <pc:spChg chg="add mod">
          <ac:chgData name="sai prasanna" userId="d011dfdd0a02c142" providerId="LiveId" clId="{CD536C01-7859-4F73-8747-8CABC1AA2FD8}" dt="2024-04-22T14:09:18.011" v="3218" actId="14100"/>
          <ac:spMkLst>
            <pc:docMk/>
            <pc:sldMk cId="3540375598" sldId="1230"/>
            <ac:spMk id="3" creationId="{BD060210-41F8-459A-79E0-A76B78743DD7}"/>
          </ac:spMkLst>
        </pc:spChg>
        <pc:spChg chg="add mod">
          <ac:chgData name="sai prasanna" userId="d011dfdd0a02c142" providerId="LiveId" clId="{CD536C01-7859-4F73-8747-8CABC1AA2FD8}" dt="2024-04-22T14:11:16.759" v="3224" actId="1076"/>
          <ac:spMkLst>
            <pc:docMk/>
            <pc:sldMk cId="3540375598" sldId="1230"/>
            <ac:spMk id="4" creationId="{E491A04D-2C58-B099-D009-AAC6471CF39D}"/>
          </ac:spMkLst>
        </pc:spChg>
        <pc:spChg chg="add mod">
          <ac:chgData name="sai prasanna" userId="d011dfdd0a02c142" providerId="LiveId" clId="{CD536C01-7859-4F73-8747-8CABC1AA2FD8}" dt="2024-04-22T20:44:56.966" v="3492" actId="33987"/>
          <ac:spMkLst>
            <pc:docMk/>
            <pc:sldMk cId="3540375598" sldId="1230"/>
            <ac:spMk id="8" creationId="{0305FD23-ACC3-D75F-8545-64ADEFAE8D49}"/>
          </ac:spMkLst>
        </pc:spChg>
        <pc:spChg chg="add del mod">
          <ac:chgData name="sai prasanna" userId="d011dfdd0a02c142" providerId="LiveId" clId="{CD536C01-7859-4F73-8747-8CABC1AA2FD8}" dt="2024-04-21T06:14:31.397" v="780"/>
          <ac:spMkLst>
            <pc:docMk/>
            <pc:sldMk cId="3540375598" sldId="1230"/>
            <ac:spMk id="8" creationId="{63263601-FE3B-92AD-30FF-F0A1E4111058}"/>
          </ac:spMkLst>
        </pc:spChg>
        <pc:spChg chg="add del mod">
          <ac:chgData name="sai prasanna" userId="d011dfdd0a02c142" providerId="LiveId" clId="{CD536C01-7859-4F73-8747-8CABC1AA2FD8}" dt="2024-04-21T06:14:48.411" v="785" actId="21"/>
          <ac:spMkLst>
            <pc:docMk/>
            <pc:sldMk cId="3540375598" sldId="1230"/>
            <ac:spMk id="10" creationId="{75CB80BB-8EB5-80D1-7C8D-BA7F4C2C6C33}"/>
          </ac:spMkLst>
        </pc:spChg>
        <pc:spChg chg="add del mod">
          <ac:chgData name="sai prasanna" userId="d011dfdd0a02c142" providerId="LiveId" clId="{CD536C01-7859-4F73-8747-8CABC1AA2FD8}" dt="2024-04-21T06:14:42.636" v="784"/>
          <ac:spMkLst>
            <pc:docMk/>
            <pc:sldMk cId="3540375598" sldId="1230"/>
            <ac:spMk id="11" creationId="{ACD72996-750B-2EED-12F7-08846997FC85}"/>
          </ac:spMkLst>
        </pc:spChg>
        <pc:spChg chg="add del mod">
          <ac:chgData name="sai prasanna" userId="d011dfdd0a02c142" providerId="LiveId" clId="{CD536C01-7859-4F73-8747-8CABC1AA2FD8}" dt="2024-04-21T06:15:23.849" v="787" actId="21"/>
          <ac:spMkLst>
            <pc:docMk/>
            <pc:sldMk cId="3540375598" sldId="1230"/>
            <ac:spMk id="12" creationId="{35D44D87-C598-9E91-3292-E4DD152664A7}"/>
          </ac:spMkLst>
        </pc:spChg>
        <pc:spChg chg="add del">
          <ac:chgData name="sai prasanna" userId="d011dfdd0a02c142" providerId="LiveId" clId="{CD536C01-7859-4F73-8747-8CABC1AA2FD8}" dt="2024-04-21T06:16:06.755" v="789" actId="21"/>
          <ac:spMkLst>
            <pc:docMk/>
            <pc:sldMk cId="3540375598" sldId="1230"/>
            <ac:spMk id="13" creationId="{E678D256-DF61-2906-E68C-97786797984A}"/>
          </ac:spMkLst>
        </pc:spChg>
        <pc:spChg chg="add del">
          <ac:chgData name="sai prasanna" userId="d011dfdd0a02c142" providerId="LiveId" clId="{CD536C01-7859-4F73-8747-8CABC1AA2FD8}" dt="2024-04-21T06:18:41.835" v="791" actId="21"/>
          <ac:spMkLst>
            <pc:docMk/>
            <pc:sldMk cId="3540375598" sldId="1230"/>
            <ac:spMk id="14" creationId="{02A90FDB-3E0E-D19A-9936-39EB6CA79645}"/>
          </ac:spMkLst>
        </pc:spChg>
        <pc:spChg chg="add del">
          <ac:chgData name="sai prasanna" userId="d011dfdd0a02c142" providerId="LiveId" clId="{CD536C01-7859-4F73-8747-8CABC1AA2FD8}" dt="2024-04-21T06:18:54.639" v="793" actId="21"/>
          <ac:spMkLst>
            <pc:docMk/>
            <pc:sldMk cId="3540375598" sldId="1230"/>
            <ac:spMk id="15" creationId="{E696BE1E-5E15-A136-64A1-0553335BEEF5}"/>
          </ac:spMkLst>
        </pc:spChg>
        <pc:spChg chg="add del">
          <ac:chgData name="sai prasanna" userId="d011dfdd0a02c142" providerId="LiveId" clId="{CD536C01-7859-4F73-8747-8CABC1AA2FD8}" dt="2024-04-21T06:19:06.282" v="795" actId="21"/>
          <ac:spMkLst>
            <pc:docMk/>
            <pc:sldMk cId="3540375598" sldId="1230"/>
            <ac:spMk id="16" creationId="{B8145A41-E521-154F-95C5-1DB4BC9EF5D6}"/>
          </ac:spMkLst>
        </pc:spChg>
        <pc:spChg chg="add del">
          <ac:chgData name="sai prasanna" userId="d011dfdd0a02c142" providerId="LiveId" clId="{CD536C01-7859-4F73-8747-8CABC1AA2FD8}" dt="2024-04-21T07:02:33.643" v="842" actId="11529"/>
          <ac:spMkLst>
            <pc:docMk/>
            <pc:sldMk cId="3540375598" sldId="1230"/>
            <ac:spMk id="17" creationId="{1B6D2367-A455-EA41-A394-AB8A96E502E6}"/>
          </ac:spMkLst>
        </pc:spChg>
        <pc:spChg chg="add del">
          <ac:chgData name="sai prasanna" userId="d011dfdd0a02c142" providerId="LiveId" clId="{CD536C01-7859-4F73-8747-8CABC1AA2FD8}" dt="2024-04-21T07:02:33.304" v="840" actId="11529"/>
          <ac:spMkLst>
            <pc:docMk/>
            <pc:sldMk cId="3540375598" sldId="1230"/>
            <ac:spMk id="18" creationId="{D08521B2-A654-FA63-818F-86E969838204}"/>
          </ac:spMkLst>
        </pc:spChg>
        <pc:spChg chg="add del">
          <ac:chgData name="sai prasanna" userId="d011dfdd0a02c142" providerId="LiveId" clId="{CD536C01-7859-4F73-8747-8CABC1AA2FD8}" dt="2024-04-21T07:02:27.506" v="836" actId="11529"/>
          <ac:spMkLst>
            <pc:docMk/>
            <pc:sldMk cId="3540375598" sldId="1230"/>
            <ac:spMk id="19" creationId="{5100DCBE-F9DF-2B0E-13F7-E26E51C707D4}"/>
          </ac:spMkLst>
        </pc:spChg>
        <pc:spChg chg="add del mod">
          <ac:chgData name="sai prasanna" userId="d011dfdd0a02c142" providerId="LiveId" clId="{CD536C01-7859-4F73-8747-8CABC1AA2FD8}" dt="2024-04-21T07:02:27.100" v="834" actId="11529"/>
          <ac:spMkLst>
            <pc:docMk/>
            <pc:sldMk cId="3540375598" sldId="1230"/>
            <ac:spMk id="20" creationId="{BA314FC3-656B-F37F-FFE4-FD99F0AE698B}"/>
          </ac:spMkLst>
        </pc:spChg>
        <pc:spChg chg="add mod">
          <ac:chgData name="sai prasanna" userId="d011dfdd0a02c142" providerId="LiveId" clId="{CD536C01-7859-4F73-8747-8CABC1AA2FD8}" dt="2024-04-21T07:01:42.285" v="816" actId="14100"/>
          <ac:spMkLst>
            <pc:docMk/>
            <pc:sldMk cId="3540375598" sldId="1230"/>
            <ac:spMk id="23" creationId="{36752141-90F8-ECD0-9824-58B2685B1CD8}"/>
          </ac:spMkLst>
        </pc:spChg>
        <pc:spChg chg="add mod">
          <ac:chgData name="sai prasanna" userId="d011dfdd0a02c142" providerId="LiveId" clId="{CD536C01-7859-4F73-8747-8CABC1AA2FD8}" dt="2024-04-21T07:01:42.285" v="816" actId="14100"/>
          <ac:spMkLst>
            <pc:docMk/>
            <pc:sldMk cId="3540375598" sldId="1230"/>
            <ac:spMk id="24" creationId="{1B033FDE-DED6-F5FC-C440-B5C7F441BFE4}"/>
          </ac:spMkLst>
        </pc:spChg>
        <pc:spChg chg="add mod">
          <ac:chgData name="sai prasanna" userId="d011dfdd0a02c142" providerId="LiveId" clId="{CD536C01-7859-4F73-8747-8CABC1AA2FD8}" dt="2024-04-21T07:01:42.285" v="816" actId="14100"/>
          <ac:spMkLst>
            <pc:docMk/>
            <pc:sldMk cId="3540375598" sldId="1230"/>
            <ac:spMk id="25" creationId="{66122DA7-4EC1-2584-1FFA-9C0C5DB8B430}"/>
          </ac:spMkLst>
        </pc:spChg>
        <pc:spChg chg="add mod">
          <ac:chgData name="sai prasanna" userId="d011dfdd0a02c142" providerId="LiveId" clId="{CD536C01-7859-4F73-8747-8CABC1AA2FD8}" dt="2024-04-21T07:01:42.285" v="816" actId="14100"/>
          <ac:spMkLst>
            <pc:docMk/>
            <pc:sldMk cId="3540375598" sldId="1230"/>
            <ac:spMk id="26" creationId="{EDD512F7-76E9-F0DE-FCCE-737409A64296}"/>
          </ac:spMkLst>
        </pc:spChg>
        <pc:spChg chg="add mod">
          <ac:chgData name="sai prasanna" userId="d011dfdd0a02c142" providerId="LiveId" clId="{CD536C01-7859-4F73-8747-8CABC1AA2FD8}" dt="2024-04-21T07:01:42.285" v="816" actId="14100"/>
          <ac:spMkLst>
            <pc:docMk/>
            <pc:sldMk cId="3540375598" sldId="1230"/>
            <ac:spMk id="27" creationId="{1DBC9FF8-0485-48B0-7EF3-B03505181919}"/>
          </ac:spMkLst>
        </pc:spChg>
        <pc:spChg chg="add mod">
          <ac:chgData name="sai prasanna" userId="d011dfdd0a02c142" providerId="LiveId" clId="{CD536C01-7859-4F73-8747-8CABC1AA2FD8}" dt="2024-04-21T07:01:42.285" v="816" actId="14100"/>
          <ac:spMkLst>
            <pc:docMk/>
            <pc:sldMk cId="3540375598" sldId="1230"/>
            <ac:spMk id="28" creationId="{2B756A78-A062-E620-73E5-7D4976B4ABE8}"/>
          </ac:spMkLst>
        </pc:spChg>
        <pc:spChg chg="add mod">
          <ac:chgData name="sai prasanna" userId="d011dfdd0a02c142" providerId="LiveId" clId="{CD536C01-7859-4F73-8747-8CABC1AA2FD8}" dt="2024-04-21T07:01:42.285" v="816" actId="14100"/>
          <ac:spMkLst>
            <pc:docMk/>
            <pc:sldMk cId="3540375598" sldId="1230"/>
            <ac:spMk id="29" creationId="{80E6BA4E-F62D-D760-8B5C-4DF874A1726B}"/>
          </ac:spMkLst>
        </pc:spChg>
        <pc:spChg chg="add mod">
          <ac:chgData name="sai prasanna" userId="d011dfdd0a02c142" providerId="LiveId" clId="{CD536C01-7859-4F73-8747-8CABC1AA2FD8}" dt="2024-04-21T07:01:42.285" v="816" actId="14100"/>
          <ac:spMkLst>
            <pc:docMk/>
            <pc:sldMk cId="3540375598" sldId="1230"/>
            <ac:spMk id="30" creationId="{6D64D1BF-5DD4-847D-E678-38B46C2B9700}"/>
          </ac:spMkLst>
        </pc:spChg>
        <pc:spChg chg="add mod">
          <ac:chgData name="sai prasanna" userId="d011dfdd0a02c142" providerId="LiveId" clId="{CD536C01-7859-4F73-8747-8CABC1AA2FD8}" dt="2024-04-21T07:01:40.181" v="815" actId="14100"/>
          <ac:spMkLst>
            <pc:docMk/>
            <pc:sldMk cId="3540375598" sldId="1230"/>
            <ac:spMk id="31" creationId="{F05AE3FF-174C-E522-F0CC-2F0592ED7A1E}"/>
          </ac:spMkLst>
        </pc:spChg>
        <pc:spChg chg="add mod">
          <ac:chgData name="sai prasanna" userId="d011dfdd0a02c142" providerId="LiveId" clId="{CD536C01-7859-4F73-8747-8CABC1AA2FD8}" dt="2024-04-21T07:01:42.285" v="816" actId="14100"/>
          <ac:spMkLst>
            <pc:docMk/>
            <pc:sldMk cId="3540375598" sldId="1230"/>
            <ac:spMk id="32" creationId="{EE51155F-1C75-397F-3FB0-B37A36E232C2}"/>
          </ac:spMkLst>
        </pc:spChg>
        <pc:spChg chg="add mod">
          <ac:chgData name="sai prasanna" userId="d011dfdd0a02c142" providerId="LiveId" clId="{CD536C01-7859-4F73-8747-8CABC1AA2FD8}" dt="2024-04-21T07:01:42.285" v="816" actId="14100"/>
          <ac:spMkLst>
            <pc:docMk/>
            <pc:sldMk cId="3540375598" sldId="1230"/>
            <ac:spMk id="33" creationId="{C56DA914-9499-167D-96AA-212C0D9E07F1}"/>
          </ac:spMkLst>
        </pc:spChg>
        <pc:spChg chg="add mod">
          <ac:chgData name="sai prasanna" userId="d011dfdd0a02c142" providerId="LiveId" clId="{CD536C01-7859-4F73-8747-8CABC1AA2FD8}" dt="2024-04-21T07:01:42.285" v="816" actId="14100"/>
          <ac:spMkLst>
            <pc:docMk/>
            <pc:sldMk cId="3540375598" sldId="1230"/>
            <ac:spMk id="34" creationId="{A5B4811A-DB35-0169-92AE-D9928B573101}"/>
          </ac:spMkLst>
        </pc:spChg>
        <pc:spChg chg="add mod">
          <ac:chgData name="sai prasanna" userId="d011dfdd0a02c142" providerId="LiveId" clId="{CD536C01-7859-4F73-8747-8CABC1AA2FD8}" dt="2024-04-21T07:01:42.285" v="816" actId="14100"/>
          <ac:spMkLst>
            <pc:docMk/>
            <pc:sldMk cId="3540375598" sldId="1230"/>
            <ac:spMk id="35" creationId="{39F4091C-E107-551B-9EC4-76ED0E8B8DD7}"/>
          </ac:spMkLst>
        </pc:spChg>
        <pc:spChg chg="add mod">
          <ac:chgData name="sai prasanna" userId="d011dfdd0a02c142" providerId="LiveId" clId="{CD536C01-7859-4F73-8747-8CABC1AA2FD8}" dt="2024-04-21T07:01:42.285" v="816" actId="14100"/>
          <ac:spMkLst>
            <pc:docMk/>
            <pc:sldMk cId="3540375598" sldId="1230"/>
            <ac:spMk id="36" creationId="{D2A2AE33-E299-430D-DD0D-8E3BE61ED71F}"/>
          </ac:spMkLst>
        </pc:spChg>
        <pc:spChg chg="add mod">
          <ac:chgData name="sai prasanna" userId="d011dfdd0a02c142" providerId="LiveId" clId="{CD536C01-7859-4F73-8747-8CABC1AA2FD8}" dt="2024-04-21T07:01:42.285" v="816" actId="14100"/>
          <ac:spMkLst>
            <pc:docMk/>
            <pc:sldMk cId="3540375598" sldId="1230"/>
            <ac:spMk id="37" creationId="{5B232DEC-DD11-4B64-2721-1C6B056647D2}"/>
          </ac:spMkLst>
        </pc:spChg>
        <pc:spChg chg="add mod">
          <ac:chgData name="sai prasanna" userId="d011dfdd0a02c142" providerId="LiveId" clId="{CD536C01-7859-4F73-8747-8CABC1AA2FD8}" dt="2024-04-21T07:01:42.285" v="816" actId="14100"/>
          <ac:spMkLst>
            <pc:docMk/>
            <pc:sldMk cId="3540375598" sldId="1230"/>
            <ac:spMk id="38" creationId="{B971FCF9-639E-9DF1-0842-F14138445CFB}"/>
          </ac:spMkLst>
        </pc:spChg>
        <pc:spChg chg="add mod">
          <ac:chgData name="sai prasanna" userId="d011dfdd0a02c142" providerId="LiveId" clId="{CD536C01-7859-4F73-8747-8CABC1AA2FD8}" dt="2024-04-21T07:01:42.285" v="816" actId="14100"/>
          <ac:spMkLst>
            <pc:docMk/>
            <pc:sldMk cId="3540375598" sldId="1230"/>
            <ac:spMk id="39" creationId="{EF1AD446-6B73-CB87-F8A7-F3969E96235B}"/>
          </ac:spMkLst>
        </pc:spChg>
        <pc:spChg chg="add mod">
          <ac:chgData name="sai prasanna" userId="d011dfdd0a02c142" providerId="LiveId" clId="{CD536C01-7859-4F73-8747-8CABC1AA2FD8}" dt="2024-04-21T07:01:42.285" v="816" actId="14100"/>
          <ac:spMkLst>
            <pc:docMk/>
            <pc:sldMk cId="3540375598" sldId="1230"/>
            <ac:spMk id="40" creationId="{8D409EFF-AA0F-90B8-00A8-11E34E884D96}"/>
          </ac:spMkLst>
        </pc:spChg>
        <pc:spChg chg="add mod">
          <ac:chgData name="sai prasanna" userId="d011dfdd0a02c142" providerId="LiveId" clId="{CD536C01-7859-4F73-8747-8CABC1AA2FD8}" dt="2024-04-21T07:01:42.285" v="816" actId="14100"/>
          <ac:spMkLst>
            <pc:docMk/>
            <pc:sldMk cId="3540375598" sldId="1230"/>
            <ac:spMk id="41" creationId="{206FC496-1E72-2ECC-B041-90F3FCA2A8FE}"/>
          </ac:spMkLst>
        </pc:spChg>
        <pc:spChg chg="add mod">
          <ac:chgData name="sai prasanna" userId="d011dfdd0a02c142" providerId="LiveId" clId="{CD536C01-7859-4F73-8747-8CABC1AA2FD8}" dt="2024-04-21T07:01:42.285" v="816" actId="14100"/>
          <ac:spMkLst>
            <pc:docMk/>
            <pc:sldMk cId="3540375598" sldId="1230"/>
            <ac:spMk id="42" creationId="{7739D3D4-D903-4340-D576-0B047F915F75}"/>
          </ac:spMkLst>
        </pc:spChg>
        <pc:spChg chg="add mod">
          <ac:chgData name="sai prasanna" userId="d011dfdd0a02c142" providerId="LiveId" clId="{CD536C01-7859-4F73-8747-8CABC1AA2FD8}" dt="2024-04-21T07:01:47.524" v="818"/>
          <ac:spMkLst>
            <pc:docMk/>
            <pc:sldMk cId="3540375598" sldId="1230"/>
            <ac:spMk id="43" creationId="{1EBA11FA-B905-841B-A48B-FCC7BE170EA8}"/>
          </ac:spMkLst>
        </pc:spChg>
        <pc:spChg chg="add mod">
          <ac:chgData name="sai prasanna" userId="d011dfdd0a02c142" providerId="LiveId" clId="{CD536C01-7859-4F73-8747-8CABC1AA2FD8}" dt="2024-04-21T07:01:47.524" v="818"/>
          <ac:spMkLst>
            <pc:docMk/>
            <pc:sldMk cId="3540375598" sldId="1230"/>
            <ac:spMk id="44" creationId="{4966E4CC-7B8F-C4DF-B62C-0626808FF1A0}"/>
          </ac:spMkLst>
        </pc:spChg>
        <pc:spChg chg="add mod">
          <ac:chgData name="sai prasanna" userId="d011dfdd0a02c142" providerId="LiveId" clId="{CD536C01-7859-4F73-8747-8CABC1AA2FD8}" dt="2024-04-21T07:01:47.524" v="818"/>
          <ac:spMkLst>
            <pc:docMk/>
            <pc:sldMk cId="3540375598" sldId="1230"/>
            <ac:spMk id="45" creationId="{8466FFBE-1B68-7BD3-3D2A-FF0970E23BDD}"/>
          </ac:spMkLst>
        </pc:spChg>
        <pc:spChg chg="add mod">
          <ac:chgData name="sai prasanna" userId="d011dfdd0a02c142" providerId="LiveId" clId="{CD536C01-7859-4F73-8747-8CABC1AA2FD8}" dt="2024-04-21T07:01:47.524" v="818"/>
          <ac:spMkLst>
            <pc:docMk/>
            <pc:sldMk cId="3540375598" sldId="1230"/>
            <ac:spMk id="46" creationId="{E420EFDA-9E31-700A-8A66-0352E23AAEAF}"/>
          </ac:spMkLst>
        </pc:spChg>
        <pc:spChg chg="add mod">
          <ac:chgData name="sai prasanna" userId="d011dfdd0a02c142" providerId="LiveId" clId="{CD536C01-7859-4F73-8747-8CABC1AA2FD8}" dt="2024-04-21T07:01:47.524" v="818"/>
          <ac:spMkLst>
            <pc:docMk/>
            <pc:sldMk cId="3540375598" sldId="1230"/>
            <ac:spMk id="47" creationId="{A7648381-4761-043F-4654-A4F982CD24F4}"/>
          </ac:spMkLst>
        </pc:spChg>
        <pc:spChg chg="add mod">
          <ac:chgData name="sai prasanna" userId="d011dfdd0a02c142" providerId="LiveId" clId="{CD536C01-7859-4F73-8747-8CABC1AA2FD8}" dt="2024-04-21T07:01:47.524" v="818"/>
          <ac:spMkLst>
            <pc:docMk/>
            <pc:sldMk cId="3540375598" sldId="1230"/>
            <ac:spMk id="48" creationId="{95EFDCB8-05B0-C13F-3E6B-D2B3D141282F}"/>
          </ac:spMkLst>
        </pc:spChg>
        <pc:spChg chg="add mod">
          <ac:chgData name="sai prasanna" userId="d011dfdd0a02c142" providerId="LiveId" clId="{CD536C01-7859-4F73-8747-8CABC1AA2FD8}" dt="2024-04-21T07:01:47.524" v="818"/>
          <ac:spMkLst>
            <pc:docMk/>
            <pc:sldMk cId="3540375598" sldId="1230"/>
            <ac:spMk id="49" creationId="{16A76C2C-596E-D64B-248E-97E828B76C46}"/>
          </ac:spMkLst>
        </pc:spChg>
        <pc:spChg chg="add mod">
          <ac:chgData name="sai prasanna" userId="d011dfdd0a02c142" providerId="LiveId" clId="{CD536C01-7859-4F73-8747-8CABC1AA2FD8}" dt="2024-04-21T07:01:47.524" v="818"/>
          <ac:spMkLst>
            <pc:docMk/>
            <pc:sldMk cId="3540375598" sldId="1230"/>
            <ac:spMk id="50" creationId="{AF8F1E29-96DB-525D-C8A9-1A4966B0EF53}"/>
          </ac:spMkLst>
        </pc:spChg>
        <pc:spChg chg="add mod">
          <ac:chgData name="sai prasanna" userId="d011dfdd0a02c142" providerId="LiveId" clId="{CD536C01-7859-4F73-8747-8CABC1AA2FD8}" dt="2024-04-21T07:01:47.524" v="818"/>
          <ac:spMkLst>
            <pc:docMk/>
            <pc:sldMk cId="3540375598" sldId="1230"/>
            <ac:spMk id="51" creationId="{9022AEEE-66C0-23FE-8975-8912CCF9F17A}"/>
          </ac:spMkLst>
        </pc:spChg>
        <pc:spChg chg="add mod">
          <ac:chgData name="sai prasanna" userId="d011dfdd0a02c142" providerId="LiveId" clId="{CD536C01-7859-4F73-8747-8CABC1AA2FD8}" dt="2024-04-21T07:01:47.524" v="818"/>
          <ac:spMkLst>
            <pc:docMk/>
            <pc:sldMk cId="3540375598" sldId="1230"/>
            <ac:spMk id="52" creationId="{966BC332-B043-E050-345B-AA63B43FAFC4}"/>
          </ac:spMkLst>
        </pc:spChg>
        <pc:spChg chg="add mod">
          <ac:chgData name="sai prasanna" userId="d011dfdd0a02c142" providerId="LiveId" clId="{CD536C01-7859-4F73-8747-8CABC1AA2FD8}" dt="2024-04-21T07:01:47.524" v="818"/>
          <ac:spMkLst>
            <pc:docMk/>
            <pc:sldMk cId="3540375598" sldId="1230"/>
            <ac:spMk id="53" creationId="{1990E767-D0B2-D68A-585D-0855C12AA05A}"/>
          </ac:spMkLst>
        </pc:spChg>
        <pc:spChg chg="add mod">
          <ac:chgData name="sai prasanna" userId="d011dfdd0a02c142" providerId="LiveId" clId="{CD536C01-7859-4F73-8747-8CABC1AA2FD8}" dt="2024-04-21T07:01:47.524" v="818"/>
          <ac:spMkLst>
            <pc:docMk/>
            <pc:sldMk cId="3540375598" sldId="1230"/>
            <ac:spMk id="54" creationId="{46A2426C-114A-ABF2-D72D-F69ECEE05829}"/>
          </ac:spMkLst>
        </pc:spChg>
        <pc:spChg chg="add mod">
          <ac:chgData name="sai prasanna" userId="d011dfdd0a02c142" providerId="LiveId" clId="{CD536C01-7859-4F73-8747-8CABC1AA2FD8}" dt="2024-04-21T07:01:47.524" v="818"/>
          <ac:spMkLst>
            <pc:docMk/>
            <pc:sldMk cId="3540375598" sldId="1230"/>
            <ac:spMk id="55" creationId="{45E1BC09-71D8-0ABA-3064-3B1011A8A276}"/>
          </ac:spMkLst>
        </pc:spChg>
        <pc:spChg chg="add mod">
          <ac:chgData name="sai prasanna" userId="d011dfdd0a02c142" providerId="LiveId" clId="{CD536C01-7859-4F73-8747-8CABC1AA2FD8}" dt="2024-04-21T07:01:47.524" v="818"/>
          <ac:spMkLst>
            <pc:docMk/>
            <pc:sldMk cId="3540375598" sldId="1230"/>
            <ac:spMk id="56" creationId="{C31485A3-C580-BA61-4ADF-E7937F2E1DCE}"/>
          </ac:spMkLst>
        </pc:spChg>
        <pc:spChg chg="add mod">
          <ac:chgData name="sai prasanna" userId="d011dfdd0a02c142" providerId="LiveId" clId="{CD536C01-7859-4F73-8747-8CABC1AA2FD8}" dt="2024-04-21T07:01:47.524" v="818"/>
          <ac:spMkLst>
            <pc:docMk/>
            <pc:sldMk cId="3540375598" sldId="1230"/>
            <ac:spMk id="57" creationId="{50ECD2E9-24FE-5BE3-C67D-E8F42E9F4B31}"/>
          </ac:spMkLst>
        </pc:spChg>
        <pc:spChg chg="add mod">
          <ac:chgData name="sai prasanna" userId="d011dfdd0a02c142" providerId="LiveId" clId="{CD536C01-7859-4F73-8747-8CABC1AA2FD8}" dt="2024-04-21T07:01:47.524" v="818"/>
          <ac:spMkLst>
            <pc:docMk/>
            <pc:sldMk cId="3540375598" sldId="1230"/>
            <ac:spMk id="58" creationId="{70384F42-93EA-B87A-34C3-3266CE6E8822}"/>
          </ac:spMkLst>
        </pc:spChg>
        <pc:spChg chg="add mod">
          <ac:chgData name="sai prasanna" userId="d011dfdd0a02c142" providerId="LiveId" clId="{CD536C01-7859-4F73-8747-8CABC1AA2FD8}" dt="2024-04-21T07:01:47.524" v="818"/>
          <ac:spMkLst>
            <pc:docMk/>
            <pc:sldMk cId="3540375598" sldId="1230"/>
            <ac:spMk id="59" creationId="{4D42BC5D-1E1F-97D5-0F1D-C066C87AB17D}"/>
          </ac:spMkLst>
        </pc:spChg>
        <pc:spChg chg="add mod">
          <ac:chgData name="sai prasanna" userId="d011dfdd0a02c142" providerId="LiveId" clId="{CD536C01-7859-4F73-8747-8CABC1AA2FD8}" dt="2024-04-21T07:01:47.524" v="818"/>
          <ac:spMkLst>
            <pc:docMk/>
            <pc:sldMk cId="3540375598" sldId="1230"/>
            <ac:spMk id="60" creationId="{7BC305EB-F48C-F990-B04C-60CBDAB7EC71}"/>
          </ac:spMkLst>
        </pc:spChg>
        <pc:spChg chg="add mod">
          <ac:chgData name="sai prasanna" userId="d011dfdd0a02c142" providerId="LiveId" clId="{CD536C01-7859-4F73-8747-8CABC1AA2FD8}" dt="2024-04-21T07:01:47.524" v="818"/>
          <ac:spMkLst>
            <pc:docMk/>
            <pc:sldMk cId="3540375598" sldId="1230"/>
            <ac:spMk id="61" creationId="{321768C1-C869-C088-6C11-9486C719E4F6}"/>
          </ac:spMkLst>
        </pc:spChg>
        <pc:spChg chg="add mod">
          <ac:chgData name="sai prasanna" userId="d011dfdd0a02c142" providerId="LiveId" clId="{CD536C01-7859-4F73-8747-8CABC1AA2FD8}" dt="2024-04-21T07:01:47.524" v="818"/>
          <ac:spMkLst>
            <pc:docMk/>
            <pc:sldMk cId="3540375598" sldId="1230"/>
            <ac:spMk id="62" creationId="{299C648A-BA17-2742-4C60-D4181760AAA0}"/>
          </ac:spMkLst>
        </pc:spChg>
        <pc:spChg chg="add mod">
          <ac:chgData name="sai prasanna" userId="d011dfdd0a02c142" providerId="LiveId" clId="{CD536C01-7859-4F73-8747-8CABC1AA2FD8}" dt="2024-04-21T07:03:58.997" v="855"/>
          <ac:spMkLst>
            <pc:docMk/>
            <pc:sldMk cId="3540375598" sldId="1230"/>
            <ac:spMk id="63" creationId="{FFC6E02B-23FD-6B6D-D059-05D73B27CA7F}"/>
          </ac:spMkLst>
        </pc:spChg>
        <pc:spChg chg="add mod">
          <ac:chgData name="sai prasanna" userId="d011dfdd0a02c142" providerId="LiveId" clId="{CD536C01-7859-4F73-8747-8CABC1AA2FD8}" dt="2024-04-21T07:03:15.367" v="846"/>
          <ac:spMkLst>
            <pc:docMk/>
            <pc:sldMk cId="3540375598" sldId="1230"/>
            <ac:spMk id="64" creationId="{6C480629-C945-3D27-DE59-845E8674F077}"/>
          </ac:spMkLst>
        </pc:spChg>
        <pc:spChg chg="add mod">
          <ac:chgData name="sai prasanna" userId="d011dfdd0a02c142" providerId="LiveId" clId="{CD536C01-7859-4F73-8747-8CABC1AA2FD8}" dt="2024-04-21T07:03:15.367" v="846"/>
          <ac:spMkLst>
            <pc:docMk/>
            <pc:sldMk cId="3540375598" sldId="1230"/>
            <ac:spMk id="65" creationId="{DC91F128-4781-04C7-816E-56B0C18014F2}"/>
          </ac:spMkLst>
        </pc:spChg>
        <pc:spChg chg="add mod">
          <ac:chgData name="sai prasanna" userId="d011dfdd0a02c142" providerId="LiveId" clId="{CD536C01-7859-4F73-8747-8CABC1AA2FD8}" dt="2024-04-21T07:03:15.367" v="846"/>
          <ac:spMkLst>
            <pc:docMk/>
            <pc:sldMk cId="3540375598" sldId="1230"/>
            <ac:spMk id="66" creationId="{9526311B-D41A-E22C-56DA-FE58EB412EEC}"/>
          </ac:spMkLst>
        </pc:spChg>
        <pc:spChg chg="add mod">
          <ac:chgData name="sai prasanna" userId="d011dfdd0a02c142" providerId="LiveId" clId="{CD536C01-7859-4F73-8747-8CABC1AA2FD8}" dt="2024-04-21T07:03:15.367" v="846"/>
          <ac:spMkLst>
            <pc:docMk/>
            <pc:sldMk cId="3540375598" sldId="1230"/>
            <ac:spMk id="67" creationId="{FD1183AD-D2B2-9B1E-964F-EC825E119A05}"/>
          </ac:spMkLst>
        </pc:spChg>
        <pc:spChg chg="add mod">
          <ac:chgData name="sai prasanna" userId="d011dfdd0a02c142" providerId="LiveId" clId="{CD536C01-7859-4F73-8747-8CABC1AA2FD8}" dt="2024-04-21T07:03:15.367" v="846"/>
          <ac:spMkLst>
            <pc:docMk/>
            <pc:sldMk cId="3540375598" sldId="1230"/>
            <ac:spMk id="68" creationId="{01A4BB38-EF02-5426-8CA2-0DC1D3F5F787}"/>
          </ac:spMkLst>
        </pc:spChg>
        <pc:spChg chg="add mod">
          <ac:chgData name="sai prasanna" userId="d011dfdd0a02c142" providerId="LiveId" clId="{CD536C01-7859-4F73-8747-8CABC1AA2FD8}" dt="2024-04-21T07:03:15.367" v="846"/>
          <ac:spMkLst>
            <pc:docMk/>
            <pc:sldMk cId="3540375598" sldId="1230"/>
            <ac:spMk id="69" creationId="{C7CBC000-D03F-548B-3DD7-01E8719D7D54}"/>
          </ac:spMkLst>
        </pc:spChg>
        <pc:spChg chg="add mod">
          <ac:chgData name="sai prasanna" userId="d011dfdd0a02c142" providerId="LiveId" clId="{CD536C01-7859-4F73-8747-8CABC1AA2FD8}" dt="2024-04-21T07:03:58.805" v="854" actId="1076"/>
          <ac:spMkLst>
            <pc:docMk/>
            <pc:sldMk cId="3540375598" sldId="1230"/>
            <ac:spMk id="70" creationId="{E683855E-CF64-16B3-84DD-9C78F44C0E13}"/>
          </ac:spMkLst>
        </pc:spChg>
        <pc:spChg chg="add mod">
          <ac:chgData name="sai prasanna" userId="d011dfdd0a02c142" providerId="LiveId" clId="{CD536C01-7859-4F73-8747-8CABC1AA2FD8}" dt="2024-04-21T07:03:15.367" v="846"/>
          <ac:spMkLst>
            <pc:docMk/>
            <pc:sldMk cId="3540375598" sldId="1230"/>
            <ac:spMk id="71" creationId="{88CCB97A-F7A1-AA15-D7A9-3357A98FB837}"/>
          </ac:spMkLst>
        </pc:spChg>
        <pc:spChg chg="add mod">
          <ac:chgData name="sai prasanna" userId="d011dfdd0a02c142" providerId="LiveId" clId="{CD536C01-7859-4F73-8747-8CABC1AA2FD8}" dt="2024-04-21T07:03:15.367" v="846"/>
          <ac:spMkLst>
            <pc:docMk/>
            <pc:sldMk cId="3540375598" sldId="1230"/>
            <ac:spMk id="72" creationId="{507D5AC5-E5EC-4A72-0A5F-577002CDDDDB}"/>
          </ac:spMkLst>
        </pc:spChg>
        <pc:spChg chg="add mod">
          <ac:chgData name="sai prasanna" userId="d011dfdd0a02c142" providerId="LiveId" clId="{CD536C01-7859-4F73-8747-8CABC1AA2FD8}" dt="2024-04-21T07:03:15.367" v="846"/>
          <ac:spMkLst>
            <pc:docMk/>
            <pc:sldMk cId="3540375598" sldId="1230"/>
            <ac:spMk id="73" creationId="{9AF7BAB8-AC28-979F-6719-66713EAA6C31}"/>
          </ac:spMkLst>
        </pc:spChg>
        <pc:spChg chg="add mod">
          <ac:chgData name="sai prasanna" userId="d011dfdd0a02c142" providerId="LiveId" clId="{CD536C01-7859-4F73-8747-8CABC1AA2FD8}" dt="2024-04-21T07:03:15.367" v="846"/>
          <ac:spMkLst>
            <pc:docMk/>
            <pc:sldMk cId="3540375598" sldId="1230"/>
            <ac:spMk id="74" creationId="{18029EED-6189-C8CB-D7BF-21FE695AD858}"/>
          </ac:spMkLst>
        </pc:spChg>
        <pc:spChg chg="add mod">
          <ac:chgData name="sai prasanna" userId="d011dfdd0a02c142" providerId="LiveId" clId="{CD536C01-7859-4F73-8747-8CABC1AA2FD8}" dt="2024-04-21T07:03:15.367" v="846"/>
          <ac:spMkLst>
            <pc:docMk/>
            <pc:sldMk cId="3540375598" sldId="1230"/>
            <ac:spMk id="75" creationId="{D7AB2005-10C6-C12D-981D-E0F9A318297D}"/>
          </ac:spMkLst>
        </pc:spChg>
        <pc:spChg chg="add mod">
          <ac:chgData name="sai prasanna" userId="d011dfdd0a02c142" providerId="LiveId" clId="{CD536C01-7859-4F73-8747-8CABC1AA2FD8}" dt="2024-04-21T07:03:15.367" v="846"/>
          <ac:spMkLst>
            <pc:docMk/>
            <pc:sldMk cId="3540375598" sldId="1230"/>
            <ac:spMk id="76" creationId="{B5A1ACF6-1C99-C94A-EA32-4D0A4C6F653D}"/>
          </ac:spMkLst>
        </pc:spChg>
        <pc:spChg chg="add mod">
          <ac:chgData name="sai prasanna" userId="d011dfdd0a02c142" providerId="LiveId" clId="{CD536C01-7859-4F73-8747-8CABC1AA2FD8}" dt="2024-04-21T07:03:15.367" v="846"/>
          <ac:spMkLst>
            <pc:docMk/>
            <pc:sldMk cId="3540375598" sldId="1230"/>
            <ac:spMk id="77" creationId="{DB9F2A78-D21C-92F5-CCAB-BDD22370C384}"/>
          </ac:spMkLst>
        </pc:spChg>
        <pc:spChg chg="add mod">
          <ac:chgData name="sai prasanna" userId="d011dfdd0a02c142" providerId="LiveId" clId="{CD536C01-7859-4F73-8747-8CABC1AA2FD8}" dt="2024-04-21T07:03:15.367" v="846"/>
          <ac:spMkLst>
            <pc:docMk/>
            <pc:sldMk cId="3540375598" sldId="1230"/>
            <ac:spMk id="78" creationId="{DAA6CDA6-B99C-881E-30A4-5F6B943127A7}"/>
          </ac:spMkLst>
        </pc:spChg>
        <pc:spChg chg="add mod">
          <ac:chgData name="sai prasanna" userId="d011dfdd0a02c142" providerId="LiveId" clId="{CD536C01-7859-4F73-8747-8CABC1AA2FD8}" dt="2024-04-21T07:03:15.367" v="846"/>
          <ac:spMkLst>
            <pc:docMk/>
            <pc:sldMk cId="3540375598" sldId="1230"/>
            <ac:spMk id="79" creationId="{BF3D0D6F-DF8C-E859-CAE7-AE8C60485AB9}"/>
          </ac:spMkLst>
        </pc:spChg>
        <pc:spChg chg="add mod">
          <ac:chgData name="sai prasanna" userId="d011dfdd0a02c142" providerId="LiveId" clId="{CD536C01-7859-4F73-8747-8CABC1AA2FD8}" dt="2024-04-21T07:03:15.367" v="846"/>
          <ac:spMkLst>
            <pc:docMk/>
            <pc:sldMk cId="3540375598" sldId="1230"/>
            <ac:spMk id="80" creationId="{2887ECE4-10C3-F40E-42E4-D8F15349B8F4}"/>
          </ac:spMkLst>
        </pc:spChg>
        <pc:spChg chg="add mod">
          <ac:chgData name="sai prasanna" userId="d011dfdd0a02c142" providerId="LiveId" clId="{CD536C01-7859-4F73-8747-8CABC1AA2FD8}" dt="2024-04-21T07:03:15.367" v="846"/>
          <ac:spMkLst>
            <pc:docMk/>
            <pc:sldMk cId="3540375598" sldId="1230"/>
            <ac:spMk id="81" creationId="{17354C85-2C4B-6353-6916-7319D718DF5E}"/>
          </ac:spMkLst>
        </pc:spChg>
        <pc:spChg chg="add mod">
          <ac:chgData name="sai prasanna" userId="d011dfdd0a02c142" providerId="LiveId" clId="{CD536C01-7859-4F73-8747-8CABC1AA2FD8}" dt="2024-04-21T07:03:15.367" v="846"/>
          <ac:spMkLst>
            <pc:docMk/>
            <pc:sldMk cId="3540375598" sldId="1230"/>
            <ac:spMk id="82" creationId="{535899BF-DE5F-35BE-73C4-793C393B04F8}"/>
          </ac:spMkLst>
        </pc:spChg>
        <pc:spChg chg="add mod">
          <ac:chgData name="sai prasanna" userId="d011dfdd0a02c142" providerId="LiveId" clId="{CD536C01-7859-4F73-8747-8CABC1AA2FD8}" dt="2024-04-21T07:03:15.367" v="846"/>
          <ac:spMkLst>
            <pc:docMk/>
            <pc:sldMk cId="3540375598" sldId="1230"/>
            <ac:spMk id="83" creationId="{384331A1-8A4F-847F-4D2E-CA8087515295}"/>
          </ac:spMkLst>
        </pc:spChg>
        <pc:spChg chg="add del mod">
          <ac:chgData name="sai prasanna" userId="d011dfdd0a02c142" providerId="LiveId" clId="{CD536C01-7859-4F73-8747-8CABC1AA2FD8}" dt="2024-04-21T07:15:23.661" v="871"/>
          <ac:spMkLst>
            <pc:docMk/>
            <pc:sldMk cId="3540375598" sldId="1230"/>
            <ac:spMk id="86" creationId="{24EC8370-11F4-3840-7899-AB22A423321A}"/>
          </ac:spMkLst>
        </pc:spChg>
        <pc:spChg chg="add mod">
          <ac:chgData name="sai prasanna" userId="d011dfdd0a02c142" providerId="LiveId" clId="{CD536C01-7859-4F73-8747-8CABC1AA2FD8}" dt="2024-04-21T07:57:11.961" v="1567" actId="20577"/>
          <ac:spMkLst>
            <pc:docMk/>
            <pc:sldMk cId="3540375598" sldId="1230"/>
            <ac:spMk id="88" creationId="{1F29814D-569F-0C92-4972-25CC7FC91A12}"/>
          </ac:spMkLst>
        </pc:spChg>
        <pc:spChg chg="add mod">
          <ac:chgData name="sai prasanna" userId="d011dfdd0a02c142" providerId="LiveId" clId="{CD536C01-7859-4F73-8747-8CABC1AA2FD8}" dt="2024-04-21T07:20:07.098" v="899"/>
          <ac:spMkLst>
            <pc:docMk/>
            <pc:sldMk cId="3540375598" sldId="1230"/>
            <ac:spMk id="89" creationId="{3794C114-8758-397F-7712-211E96B66064}"/>
          </ac:spMkLst>
        </pc:spChg>
        <pc:spChg chg="add mod">
          <ac:chgData name="sai prasanna" userId="d011dfdd0a02c142" providerId="LiveId" clId="{CD536C01-7859-4F73-8747-8CABC1AA2FD8}" dt="2024-04-21T07:20:25.248" v="901" actId="1076"/>
          <ac:spMkLst>
            <pc:docMk/>
            <pc:sldMk cId="3540375598" sldId="1230"/>
            <ac:spMk id="90" creationId="{96A6DC25-C6AB-F7E1-A2DC-F71C6505EB85}"/>
          </ac:spMkLst>
        </pc:spChg>
        <pc:spChg chg="add mod">
          <ac:chgData name="sai prasanna" userId="d011dfdd0a02c142" providerId="LiveId" clId="{CD536C01-7859-4F73-8747-8CABC1AA2FD8}" dt="2024-04-21T07:20:07.098" v="899"/>
          <ac:spMkLst>
            <pc:docMk/>
            <pc:sldMk cId="3540375598" sldId="1230"/>
            <ac:spMk id="91" creationId="{7C614ACA-BF78-22EA-592F-DD10BB43FBEC}"/>
          </ac:spMkLst>
        </pc:spChg>
        <pc:spChg chg="add mod">
          <ac:chgData name="sai prasanna" userId="d011dfdd0a02c142" providerId="LiveId" clId="{CD536C01-7859-4F73-8747-8CABC1AA2FD8}" dt="2024-04-21T07:20:07.098" v="899"/>
          <ac:spMkLst>
            <pc:docMk/>
            <pc:sldMk cId="3540375598" sldId="1230"/>
            <ac:spMk id="92" creationId="{4B600466-AA44-99C8-9A74-AE07DDD23F0C}"/>
          </ac:spMkLst>
        </pc:spChg>
        <pc:spChg chg="add mod">
          <ac:chgData name="sai prasanna" userId="d011dfdd0a02c142" providerId="LiveId" clId="{CD536C01-7859-4F73-8747-8CABC1AA2FD8}" dt="2024-04-21T07:20:07.098" v="899"/>
          <ac:spMkLst>
            <pc:docMk/>
            <pc:sldMk cId="3540375598" sldId="1230"/>
            <ac:spMk id="93" creationId="{70A024D2-387E-8827-9E17-DAB12DD25D8E}"/>
          </ac:spMkLst>
        </pc:spChg>
        <pc:spChg chg="add mod">
          <ac:chgData name="sai prasanna" userId="d011dfdd0a02c142" providerId="LiveId" clId="{CD536C01-7859-4F73-8747-8CABC1AA2FD8}" dt="2024-04-21T07:20:07.098" v="899"/>
          <ac:spMkLst>
            <pc:docMk/>
            <pc:sldMk cId="3540375598" sldId="1230"/>
            <ac:spMk id="94" creationId="{B6C8A376-6C41-82A2-37FE-173D185F8BB9}"/>
          </ac:spMkLst>
        </pc:spChg>
        <pc:spChg chg="add mod">
          <ac:chgData name="sai prasanna" userId="d011dfdd0a02c142" providerId="LiveId" clId="{CD536C01-7859-4F73-8747-8CABC1AA2FD8}" dt="2024-04-21T07:20:07.098" v="899"/>
          <ac:spMkLst>
            <pc:docMk/>
            <pc:sldMk cId="3540375598" sldId="1230"/>
            <ac:spMk id="95" creationId="{039DB7B1-5897-FC90-1626-891009881C6B}"/>
          </ac:spMkLst>
        </pc:spChg>
        <pc:spChg chg="add mod">
          <ac:chgData name="sai prasanna" userId="d011dfdd0a02c142" providerId="LiveId" clId="{CD536C01-7859-4F73-8747-8CABC1AA2FD8}" dt="2024-04-21T07:20:07.098" v="899"/>
          <ac:spMkLst>
            <pc:docMk/>
            <pc:sldMk cId="3540375598" sldId="1230"/>
            <ac:spMk id="96" creationId="{A25530AA-FC46-364D-945F-2FA0B1C5A17B}"/>
          </ac:spMkLst>
        </pc:spChg>
        <pc:spChg chg="add mod">
          <ac:chgData name="sai prasanna" userId="d011dfdd0a02c142" providerId="LiveId" clId="{CD536C01-7859-4F73-8747-8CABC1AA2FD8}" dt="2024-04-21T07:20:07.098" v="899"/>
          <ac:spMkLst>
            <pc:docMk/>
            <pc:sldMk cId="3540375598" sldId="1230"/>
            <ac:spMk id="97" creationId="{4F4D3728-9349-AAC1-522F-F147B5220EDC}"/>
          </ac:spMkLst>
        </pc:spChg>
        <pc:spChg chg="add mod">
          <ac:chgData name="sai prasanna" userId="d011dfdd0a02c142" providerId="LiveId" clId="{CD536C01-7859-4F73-8747-8CABC1AA2FD8}" dt="2024-04-21T07:20:07.098" v="899"/>
          <ac:spMkLst>
            <pc:docMk/>
            <pc:sldMk cId="3540375598" sldId="1230"/>
            <ac:spMk id="98" creationId="{4C66AE6F-9908-4BEF-466A-FE8E07F130BF}"/>
          </ac:spMkLst>
        </pc:spChg>
        <pc:spChg chg="add mod">
          <ac:chgData name="sai prasanna" userId="d011dfdd0a02c142" providerId="LiveId" clId="{CD536C01-7859-4F73-8747-8CABC1AA2FD8}" dt="2024-04-21T07:20:07.098" v="899"/>
          <ac:spMkLst>
            <pc:docMk/>
            <pc:sldMk cId="3540375598" sldId="1230"/>
            <ac:spMk id="99" creationId="{3DD24ACA-F15E-316B-AFB7-F5E40DF2F126}"/>
          </ac:spMkLst>
        </pc:spChg>
        <pc:spChg chg="add mod">
          <ac:chgData name="sai prasanna" userId="d011dfdd0a02c142" providerId="LiveId" clId="{CD536C01-7859-4F73-8747-8CABC1AA2FD8}" dt="2024-04-21T07:20:07.098" v="899"/>
          <ac:spMkLst>
            <pc:docMk/>
            <pc:sldMk cId="3540375598" sldId="1230"/>
            <ac:spMk id="100" creationId="{B0909F49-C1B4-BDCC-6833-AA4AAC68D556}"/>
          </ac:spMkLst>
        </pc:spChg>
        <pc:spChg chg="add mod">
          <ac:chgData name="sai prasanna" userId="d011dfdd0a02c142" providerId="LiveId" clId="{CD536C01-7859-4F73-8747-8CABC1AA2FD8}" dt="2024-04-21T07:20:07.098" v="899"/>
          <ac:spMkLst>
            <pc:docMk/>
            <pc:sldMk cId="3540375598" sldId="1230"/>
            <ac:spMk id="101" creationId="{06DE3F9E-F601-F048-5BFF-4B837145C08D}"/>
          </ac:spMkLst>
        </pc:spChg>
        <pc:spChg chg="add mod">
          <ac:chgData name="sai prasanna" userId="d011dfdd0a02c142" providerId="LiveId" clId="{CD536C01-7859-4F73-8747-8CABC1AA2FD8}" dt="2024-04-21T07:20:07.098" v="899"/>
          <ac:spMkLst>
            <pc:docMk/>
            <pc:sldMk cId="3540375598" sldId="1230"/>
            <ac:spMk id="102" creationId="{9B60458A-0FE5-3D0B-2724-DC12F1854AD5}"/>
          </ac:spMkLst>
        </pc:spChg>
        <pc:spChg chg="add mod">
          <ac:chgData name="sai prasanna" userId="d011dfdd0a02c142" providerId="LiveId" clId="{CD536C01-7859-4F73-8747-8CABC1AA2FD8}" dt="2024-04-21T07:20:07.098" v="899"/>
          <ac:spMkLst>
            <pc:docMk/>
            <pc:sldMk cId="3540375598" sldId="1230"/>
            <ac:spMk id="103" creationId="{D84E5E96-411E-425A-DE4E-10FA2BCFD3EF}"/>
          </ac:spMkLst>
        </pc:spChg>
        <pc:spChg chg="add mod">
          <ac:chgData name="sai prasanna" userId="d011dfdd0a02c142" providerId="LiveId" clId="{CD536C01-7859-4F73-8747-8CABC1AA2FD8}" dt="2024-04-21T07:20:07.098" v="899"/>
          <ac:spMkLst>
            <pc:docMk/>
            <pc:sldMk cId="3540375598" sldId="1230"/>
            <ac:spMk id="104" creationId="{1387B8E9-4B7F-46E3-309F-83CD4508EEAF}"/>
          </ac:spMkLst>
        </pc:spChg>
        <pc:spChg chg="add mod">
          <ac:chgData name="sai prasanna" userId="d011dfdd0a02c142" providerId="LiveId" clId="{CD536C01-7859-4F73-8747-8CABC1AA2FD8}" dt="2024-04-21T07:20:07.098" v="899"/>
          <ac:spMkLst>
            <pc:docMk/>
            <pc:sldMk cId="3540375598" sldId="1230"/>
            <ac:spMk id="105" creationId="{9166762F-737E-10B8-7F9D-863237C4901A}"/>
          </ac:spMkLst>
        </pc:spChg>
        <pc:spChg chg="add mod">
          <ac:chgData name="sai prasanna" userId="d011dfdd0a02c142" providerId="LiveId" clId="{CD536C01-7859-4F73-8747-8CABC1AA2FD8}" dt="2024-04-21T07:20:07.098" v="899"/>
          <ac:spMkLst>
            <pc:docMk/>
            <pc:sldMk cId="3540375598" sldId="1230"/>
            <ac:spMk id="106" creationId="{95EDFAE6-F22A-AC5A-8029-B973BDD73B97}"/>
          </ac:spMkLst>
        </pc:spChg>
        <pc:spChg chg="add mod">
          <ac:chgData name="sai prasanna" userId="d011dfdd0a02c142" providerId="LiveId" clId="{CD536C01-7859-4F73-8747-8CABC1AA2FD8}" dt="2024-04-21T07:20:07.098" v="899"/>
          <ac:spMkLst>
            <pc:docMk/>
            <pc:sldMk cId="3540375598" sldId="1230"/>
            <ac:spMk id="107" creationId="{A056FE9F-30B3-4E89-E516-DE139184D0C3}"/>
          </ac:spMkLst>
        </pc:spChg>
        <pc:spChg chg="add mod">
          <ac:chgData name="sai prasanna" userId="d011dfdd0a02c142" providerId="LiveId" clId="{CD536C01-7859-4F73-8747-8CABC1AA2FD8}" dt="2024-04-21T07:21:58.172" v="914"/>
          <ac:spMkLst>
            <pc:docMk/>
            <pc:sldMk cId="3540375598" sldId="1230"/>
            <ac:spMk id="108" creationId="{21D8E397-4046-3786-AF5F-875B16A41B04}"/>
          </ac:spMkLst>
        </pc:spChg>
        <pc:spChg chg="add mod">
          <ac:chgData name="sai prasanna" userId="d011dfdd0a02c142" providerId="LiveId" clId="{CD536C01-7859-4F73-8747-8CABC1AA2FD8}" dt="2024-04-21T07:21:58.172" v="914"/>
          <ac:spMkLst>
            <pc:docMk/>
            <pc:sldMk cId="3540375598" sldId="1230"/>
            <ac:spMk id="109" creationId="{6CA60C62-3ED7-ACC5-45B2-EE4BE22438AC}"/>
          </ac:spMkLst>
        </pc:spChg>
        <pc:spChg chg="add mod">
          <ac:chgData name="sai prasanna" userId="d011dfdd0a02c142" providerId="LiveId" clId="{CD536C01-7859-4F73-8747-8CABC1AA2FD8}" dt="2024-04-21T07:21:58.172" v="914"/>
          <ac:spMkLst>
            <pc:docMk/>
            <pc:sldMk cId="3540375598" sldId="1230"/>
            <ac:spMk id="110" creationId="{CB18A544-EE02-3817-37A0-2BEB55A81C74}"/>
          </ac:spMkLst>
        </pc:spChg>
        <pc:spChg chg="add mod">
          <ac:chgData name="sai prasanna" userId="d011dfdd0a02c142" providerId="LiveId" clId="{CD536C01-7859-4F73-8747-8CABC1AA2FD8}" dt="2024-04-21T07:21:58.172" v="914"/>
          <ac:spMkLst>
            <pc:docMk/>
            <pc:sldMk cId="3540375598" sldId="1230"/>
            <ac:spMk id="111" creationId="{F2EF501F-0F14-0715-0AC6-1CAFE5474CC5}"/>
          </ac:spMkLst>
        </pc:spChg>
        <pc:spChg chg="add mod">
          <ac:chgData name="sai prasanna" userId="d011dfdd0a02c142" providerId="LiveId" clId="{CD536C01-7859-4F73-8747-8CABC1AA2FD8}" dt="2024-04-21T07:21:58.172" v="914"/>
          <ac:spMkLst>
            <pc:docMk/>
            <pc:sldMk cId="3540375598" sldId="1230"/>
            <ac:spMk id="112" creationId="{183B14FB-0266-2886-EE96-FC9C25161E58}"/>
          </ac:spMkLst>
        </pc:spChg>
        <pc:spChg chg="add mod">
          <ac:chgData name="sai prasanna" userId="d011dfdd0a02c142" providerId="LiveId" clId="{CD536C01-7859-4F73-8747-8CABC1AA2FD8}" dt="2024-04-21T07:21:58.172" v="914"/>
          <ac:spMkLst>
            <pc:docMk/>
            <pc:sldMk cId="3540375598" sldId="1230"/>
            <ac:spMk id="113" creationId="{C6D6E5CC-1E9F-FB06-EFD5-B66B0B259926}"/>
          </ac:spMkLst>
        </pc:spChg>
        <pc:spChg chg="add mod">
          <ac:chgData name="sai prasanna" userId="d011dfdd0a02c142" providerId="LiveId" clId="{CD536C01-7859-4F73-8747-8CABC1AA2FD8}" dt="2024-04-21T07:21:58.172" v="914"/>
          <ac:spMkLst>
            <pc:docMk/>
            <pc:sldMk cId="3540375598" sldId="1230"/>
            <ac:spMk id="114" creationId="{927E1406-9AC2-67F5-CF6A-655704677967}"/>
          </ac:spMkLst>
        </pc:spChg>
        <pc:spChg chg="add mod">
          <ac:chgData name="sai prasanna" userId="d011dfdd0a02c142" providerId="LiveId" clId="{CD536C01-7859-4F73-8747-8CABC1AA2FD8}" dt="2024-04-21T07:21:58.172" v="914"/>
          <ac:spMkLst>
            <pc:docMk/>
            <pc:sldMk cId="3540375598" sldId="1230"/>
            <ac:spMk id="115" creationId="{34D33363-B8AE-E8AA-41E5-C5609DB682E9}"/>
          </ac:spMkLst>
        </pc:spChg>
        <pc:spChg chg="add mod">
          <ac:chgData name="sai prasanna" userId="d011dfdd0a02c142" providerId="LiveId" clId="{CD536C01-7859-4F73-8747-8CABC1AA2FD8}" dt="2024-04-21T07:21:58.172" v="914"/>
          <ac:spMkLst>
            <pc:docMk/>
            <pc:sldMk cId="3540375598" sldId="1230"/>
            <ac:spMk id="116" creationId="{1B8DB5A7-1754-B016-AE00-CC919BFC31F4}"/>
          </ac:spMkLst>
        </pc:spChg>
        <pc:spChg chg="add mod">
          <ac:chgData name="sai prasanna" userId="d011dfdd0a02c142" providerId="LiveId" clId="{CD536C01-7859-4F73-8747-8CABC1AA2FD8}" dt="2024-04-21T07:21:58.172" v="914"/>
          <ac:spMkLst>
            <pc:docMk/>
            <pc:sldMk cId="3540375598" sldId="1230"/>
            <ac:spMk id="117" creationId="{02775D7C-14D6-89BF-722E-1D49C5E5DC04}"/>
          </ac:spMkLst>
        </pc:spChg>
        <pc:spChg chg="add mod">
          <ac:chgData name="sai prasanna" userId="d011dfdd0a02c142" providerId="LiveId" clId="{CD536C01-7859-4F73-8747-8CABC1AA2FD8}" dt="2024-04-21T07:21:58.172" v="914"/>
          <ac:spMkLst>
            <pc:docMk/>
            <pc:sldMk cId="3540375598" sldId="1230"/>
            <ac:spMk id="118" creationId="{DF1993CF-9F78-B658-5EC0-42D7F9BA34A8}"/>
          </ac:spMkLst>
        </pc:spChg>
        <pc:spChg chg="add mod">
          <ac:chgData name="sai prasanna" userId="d011dfdd0a02c142" providerId="LiveId" clId="{CD536C01-7859-4F73-8747-8CABC1AA2FD8}" dt="2024-04-21T07:21:58.172" v="914"/>
          <ac:spMkLst>
            <pc:docMk/>
            <pc:sldMk cId="3540375598" sldId="1230"/>
            <ac:spMk id="119" creationId="{47D05FAD-9723-BE2D-96B7-A91FADB4891C}"/>
          </ac:spMkLst>
        </pc:spChg>
        <pc:spChg chg="add mod">
          <ac:chgData name="sai prasanna" userId="d011dfdd0a02c142" providerId="LiveId" clId="{CD536C01-7859-4F73-8747-8CABC1AA2FD8}" dt="2024-04-21T07:21:58.172" v="914"/>
          <ac:spMkLst>
            <pc:docMk/>
            <pc:sldMk cId="3540375598" sldId="1230"/>
            <ac:spMk id="120" creationId="{BCADFD51-965D-2DA3-B74C-8CFD5FDB4027}"/>
          </ac:spMkLst>
        </pc:spChg>
        <pc:spChg chg="add mod">
          <ac:chgData name="sai prasanna" userId="d011dfdd0a02c142" providerId="LiveId" clId="{CD536C01-7859-4F73-8747-8CABC1AA2FD8}" dt="2024-04-21T07:21:58.172" v="914"/>
          <ac:spMkLst>
            <pc:docMk/>
            <pc:sldMk cId="3540375598" sldId="1230"/>
            <ac:spMk id="121" creationId="{89B71919-3762-0358-96D9-7A9056FFC95C}"/>
          </ac:spMkLst>
        </pc:spChg>
        <pc:spChg chg="add mod">
          <ac:chgData name="sai prasanna" userId="d011dfdd0a02c142" providerId="LiveId" clId="{CD536C01-7859-4F73-8747-8CABC1AA2FD8}" dt="2024-04-21T07:21:58.172" v="914"/>
          <ac:spMkLst>
            <pc:docMk/>
            <pc:sldMk cId="3540375598" sldId="1230"/>
            <ac:spMk id="122" creationId="{BC9394D9-8F4F-CD03-B512-AFDC1DA89691}"/>
          </ac:spMkLst>
        </pc:spChg>
        <pc:spChg chg="add mod">
          <ac:chgData name="sai prasanna" userId="d011dfdd0a02c142" providerId="LiveId" clId="{CD536C01-7859-4F73-8747-8CABC1AA2FD8}" dt="2024-04-21T07:21:58.172" v="914"/>
          <ac:spMkLst>
            <pc:docMk/>
            <pc:sldMk cId="3540375598" sldId="1230"/>
            <ac:spMk id="123" creationId="{27E6A906-A71C-B8F4-D52F-324008ED5832}"/>
          </ac:spMkLst>
        </pc:spChg>
        <pc:spChg chg="add mod">
          <ac:chgData name="sai prasanna" userId="d011dfdd0a02c142" providerId="LiveId" clId="{CD536C01-7859-4F73-8747-8CABC1AA2FD8}" dt="2024-04-21T07:21:58.172" v="914"/>
          <ac:spMkLst>
            <pc:docMk/>
            <pc:sldMk cId="3540375598" sldId="1230"/>
            <ac:spMk id="124" creationId="{F36C9E01-8609-DC25-98AE-2D1460D5B677}"/>
          </ac:spMkLst>
        </pc:spChg>
        <pc:spChg chg="add mod">
          <ac:chgData name="sai prasanna" userId="d011dfdd0a02c142" providerId="LiveId" clId="{CD536C01-7859-4F73-8747-8CABC1AA2FD8}" dt="2024-04-21T07:21:58.172" v="914"/>
          <ac:spMkLst>
            <pc:docMk/>
            <pc:sldMk cId="3540375598" sldId="1230"/>
            <ac:spMk id="125" creationId="{33EBE365-2856-265E-AF2E-BD872ABBE701}"/>
          </ac:spMkLst>
        </pc:spChg>
        <pc:spChg chg="add mod">
          <ac:chgData name="sai prasanna" userId="d011dfdd0a02c142" providerId="LiveId" clId="{CD536C01-7859-4F73-8747-8CABC1AA2FD8}" dt="2024-04-21T07:21:58.172" v="914"/>
          <ac:spMkLst>
            <pc:docMk/>
            <pc:sldMk cId="3540375598" sldId="1230"/>
            <ac:spMk id="126" creationId="{6922468C-F7E9-1AAB-98B6-CEAFC0CB00A8}"/>
          </ac:spMkLst>
        </pc:spChg>
        <pc:spChg chg="add mod">
          <ac:chgData name="sai prasanna" userId="d011dfdd0a02c142" providerId="LiveId" clId="{CD536C01-7859-4F73-8747-8CABC1AA2FD8}" dt="2024-04-21T07:51:45.140" v="1371" actId="1037"/>
          <ac:spMkLst>
            <pc:docMk/>
            <pc:sldMk cId="3540375598" sldId="1230"/>
            <ac:spMk id="127" creationId="{7324D140-E471-C67C-BE58-9E8B1668D396}"/>
          </ac:spMkLst>
        </pc:spChg>
        <pc:spChg chg="add mod">
          <ac:chgData name="sai prasanna" userId="d011dfdd0a02c142" providerId="LiveId" clId="{CD536C01-7859-4F73-8747-8CABC1AA2FD8}" dt="2024-04-21T07:51:45.140" v="1371" actId="1037"/>
          <ac:spMkLst>
            <pc:docMk/>
            <pc:sldMk cId="3540375598" sldId="1230"/>
            <ac:spMk id="128" creationId="{6F555B8F-3DBB-5F16-A67D-A1C8ABC9D384}"/>
          </ac:spMkLst>
        </pc:spChg>
        <pc:spChg chg="add mod">
          <ac:chgData name="sai prasanna" userId="d011dfdd0a02c142" providerId="LiveId" clId="{CD536C01-7859-4F73-8747-8CABC1AA2FD8}" dt="2024-04-22T14:12:59.506" v="3225" actId="1582"/>
          <ac:spMkLst>
            <pc:docMk/>
            <pc:sldMk cId="3540375598" sldId="1230"/>
            <ac:spMk id="129" creationId="{1A203419-D5A6-6E20-E43C-25AE565379EB}"/>
          </ac:spMkLst>
        </pc:spChg>
        <pc:spChg chg="add mod">
          <ac:chgData name="sai prasanna" userId="d011dfdd0a02c142" providerId="LiveId" clId="{CD536C01-7859-4F73-8747-8CABC1AA2FD8}" dt="2024-04-21T07:51:45.140" v="1371" actId="1037"/>
          <ac:spMkLst>
            <pc:docMk/>
            <pc:sldMk cId="3540375598" sldId="1230"/>
            <ac:spMk id="130" creationId="{483C4A68-5B20-0A43-EE24-CE0A7019765F}"/>
          </ac:spMkLst>
        </pc:spChg>
        <pc:spChg chg="add mod">
          <ac:chgData name="sai prasanna" userId="d011dfdd0a02c142" providerId="LiveId" clId="{CD536C01-7859-4F73-8747-8CABC1AA2FD8}" dt="2024-04-21T07:51:45.140" v="1371" actId="1037"/>
          <ac:spMkLst>
            <pc:docMk/>
            <pc:sldMk cId="3540375598" sldId="1230"/>
            <ac:spMk id="131" creationId="{C058C8F1-9A97-0F47-611B-AF4141429CA2}"/>
          </ac:spMkLst>
        </pc:spChg>
        <pc:spChg chg="add mod">
          <ac:chgData name="sai prasanna" userId="d011dfdd0a02c142" providerId="LiveId" clId="{CD536C01-7859-4F73-8747-8CABC1AA2FD8}" dt="2024-04-21T07:51:45.140" v="1371" actId="1037"/>
          <ac:spMkLst>
            <pc:docMk/>
            <pc:sldMk cId="3540375598" sldId="1230"/>
            <ac:spMk id="132" creationId="{A0636FCD-8BE7-9051-1E48-2FE86012D5F3}"/>
          </ac:spMkLst>
        </pc:spChg>
        <pc:spChg chg="add mod">
          <ac:chgData name="sai prasanna" userId="d011dfdd0a02c142" providerId="LiveId" clId="{CD536C01-7859-4F73-8747-8CABC1AA2FD8}" dt="2024-04-22T14:08:51.891" v="3213" actId="1076"/>
          <ac:spMkLst>
            <pc:docMk/>
            <pc:sldMk cId="3540375598" sldId="1230"/>
            <ac:spMk id="133" creationId="{CFAB32B0-FBE9-2763-9EC7-7996404C6683}"/>
          </ac:spMkLst>
        </pc:spChg>
        <pc:spChg chg="add mod">
          <ac:chgData name="sai prasanna" userId="d011dfdd0a02c142" providerId="LiveId" clId="{CD536C01-7859-4F73-8747-8CABC1AA2FD8}" dt="2024-04-21T07:51:45.140" v="1371" actId="1037"/>
          <ac:spMkLst>
            <pc:docMk/>
            <pc:sldMk cId="3540375598" sldId="1230"/>
            <ac:spMk id="134" creationId="{EA69A95A-03CE-D92A-B65D-0A1C5CB5AA06}"/>
          </ac:spMkLst>
        </pc:spChg>
        <pc:spChg chg="add mod">
          <ac:chgData name="sai prasanna" userId="d011dfdd0a02c142" providerId="LiveId" clId="{CD536C01-7859-4F73-8747-8CABC1AA2FD8}" dt="2024-04-21T13:34:15.370" v="1900" actId="1076"/>
          <ac:spMkLst>
            <pc:docMk/>
            <pc:sldMk cId="3540375598" sldId="1230"/>
            <ac:spMk id="135" creationId="{33EA2413-D873-33B0-699B-A48403BDCEB7}"/>
          </ac:spMkLst>
        </pc:spChg>
        <pc:spChg chg="add mod">
          <ac:chgData name="sai prasanna" userId="d011dfdd0a02c142" providerId="LiveId" clId="{CD536C01-7859-4F73-8747-8CABC1AA2FD8}" dt="2024-04-21T07:51:45.140" v="1371" actId="1037"/>
          <ac:spMkLst>
            <pc:docMk/>
            <pc:sldMk cId="3540375598" sldId="1230"/>
            <ac:spMk id="136" creationId="{601F9B65-1595-CB6D-D3F2-ED8B76103AF6}"/>
          </ac:spMkLst>
        </pc:spChg>
        <pc:spChg chg="add mod">
          <ac:chgData name="sai prasanna" userId="d011dfdd0a02c142" providerId="LiveId" clId="{CD536C01-7859-4F73-8747-8CABC1AA2FD8}" dt="2024-04-21T07:51:45.140" v="1371" actId="1037"/>
          <ac:spMkLst>
            <pc:docMk/>
            <pc:sldMk cId="3540375598" sldId="1230"/>
            <ac:spMk id="137" creationId="{9930AB1F-E63A-CE3D-7A18-AF0D0CCB57D6}"/>
          </ac:spMkLst>
        </pc:spChg>
        <pc:spChg chg="add mod">
          <ac:chgData name="sai prasanna" userId="d011dfdd0a02c142" providerId="LiveId" clId="{CD536C01-7859-4F73-8747-8CABC1AA2FD8}" dt="2024-04-21T07:51:45.140" v="1371" actId="1037"/>
          <ac:spMkLst>
            <pc:docMk/>
            <pc:sldMk cId="3540375598" sldId="1230"/>
            <ac:spMk id="138" creationId="{9A4D74F4-F14F-77D6-17DE-0626EEA61438}"/>
          </ac:spMkLst>
        </pc:spChg>
        <pc:spChg chg="add mod">
          <ac:chgData name="sai prasanna" userId="d011dfdd0a02c142" providerId="LiveId" clId="{CD536C01-7859-4F73-8747-8CABC1AA2FD8}" dt="2024-04-21T07:51:45.140" v="1371" actId="1037"/>
          <ac:spMkLst>
            <pc:docMk/>
            <pc:sldMk cId="3540375598" sldId="1230"/>
            <ac:spMk id="139" creationId="{90BBDE26-570A-FCAC-F6D1-0AD7DB597A16}"/>
          </ac:spMkLst>
        </pc:spChg>
        <pc:spChg chg="add mod">
          <ac:chgData name="sai prasanna" userId="d011dfdd0a02c142" providerId="LiveId" clId="{CD536C01-7859-4F73-8747-8CABC1AA2FD8}" dt="2024-04-21T07:51:45.140" v="1371" actId="1037"/>
          <ac:spMkLst>
            <pc:docMk/>
            <pc:sldMk cId="3540375598" sldId="1230"/>
            <ac:spMk id="140" creationId="{B0D9C32F-2BDD-DDEF-90C8-540EC6E2D16B}"/>
          </ac:spMkLst>
        </pc:spChg>
        <pc:spChg chg="add mod">
          <ac:chgData name="sai prasanna" userId="d011dfdd0a02c142" providerId="LiveId" clId="{CD536C01-7859-4F73-8747-8CABC1AA2FD8}" dt="2024-04-21T07:51:45.140" v="1371" actId="1037"/>
          <ac:spMkLst>
            <pc:docMk/>
            <pc:sldMk cId="3540375598" sldId="1230"/>
            <ac:spMk id="141" creationId="{5F689877-0863-D566-58C2-DA24C4242F69}"/>
          </ac:spMkLst>
        </pc:spChg>
        <pc:spChg chg="add mod">
          <ac:chgData name="sai prasanna" userId="d011dfdd0a02c142" providerId="LiveId" clId="{CD536C01-7859-4F73-8747-8CABC1AA2FD8}" dt="2024-04-21T07:51:45.140" v="1371" actId="1037"/>
          <ac:spMkLst>
            <pc:docMk/>
            <pc:sldMk cId="3540375598" sldId="1230"/>
            <ac:spMk id="142" creationId="{BDE56C8F-D49D-F42A-2F60-1E34FA2BAE5E}"/>
          </ac:spMkLst>
        </pc:spChg>
        <pc:spChg chg="add mod">
          <ac:chgData name="sai prasanna" userId="d011dfdd0a02c142" providerId="LiveId" clId="{CD536C01-7859-4F73-8747-8CABC1AA2FD8}" dt="2024-04-21T07:51:45.140" v="1371" actId="1037"/>
          <ac:spMkLst>
            <pc:docMk/>
            <pc:sldMk cId="3540375598" sldId="1230"/>
            <ac:spMk id="143" creationId="{2EBA7A11-B89D-390E-FC69-B1A72FDDB377}"/>
          </ac:spMkLst>
        </pc:spChg>
        <pc:spChg chg="add mod">
          <ac:chgData name="sai prasanna" userId="d011dfdd0a02c142" providerId="LiveId" clId="{CD536C01-7859-4F73-8747-8CABC1AA2FD8}" dt="2024-04-21T07:51:45.140" v="1371" actId="1037"/>
          <ac:spMkLst>
            <pc:docMk/>
            <pc:sldMk cId="3540375598" sldId="1230"/>
            <ac:spMk id="144" creationId="{250E7BB0-0011-C084-32EA-BC6FE8C29FD5}"/>
          </ac:spMkLst>
        </pc:spChg>
        <pc:spChg chg="add mod">
          <ac:chgData name="sai prasanna" userId="d011dfdd0a02c142" providerId="LiveId" clId="{CD536C01-7859-4F73-8747-8CABC1AA2FD8}" dt="2024-04-21T07:51:45.140" v="1371" actId="1037"/>
          <ac:spMkLst>
            <pc:docMk/>
            <pc:sldMk cId="3540375598" sldId="1230"/>
            <ac:spMk id="145" creationId="{DABAD504-A760-0503-3366-C40C03958B52}"/>
          </ac:spMkLst>
        </pc:spChg>
        <pc:spChg chg="add del mod">
          <ac:chgData name="sai prasanna" userId="d011dfdd0a02c142" providerId="LiveId" clId="{CD536C01-7859-4F73-8747-8CABC1AA2FD8}" dt="2024-04-21T07:27:13.699" v="931" actId="21"/>
          <ac:spMkLst>
            <pc:docMk/>
            <pc:sldMk cId="3540375598" sldId="1230"/>
            <ac:spMk id="147" creationId="{3EF1A775-5545-FFFB-DBCB-A1D2DDDB52D0}"/>
          </ac:spMkLst>
        </pc:spChg>
        <pc:spChg chg="add del mod">
          <ac:chgData name="sai prasanna" userId="d011dfdd0a02c142" providerId="LiveId" clId="{CD536C01-7859-4F73-8747-8CABC1AA2FD8}" dt="2024-04-21T07:27:56.032" v="936"/>
          <ac:spMkLst>
            <pc:docMk/>
            <pc:sldMk cId="3540375598" sldId="1230"/>
            <ac:spMk id="148" creationId="{3EF1A775-5545-FFFB-DBCB-A1D2DDDB52D0}"/>
          </ac:spMkLst>
        </pc:spChg>
        <pc:spChg chg="add del mod">
          <ac:chgData name="sai prasanna" userId="d011dfdd0a02c142" providerId="LiveId" clId="{CD536C01-7859-4F73-8747-8CABC1AA2FD8}" dt="2024-04-21T07:31:52.314" v="955" actId="22"/>
          <ac:spMkLst>
            <pc:docMk/>
            <pc:sldMk cId="3540375598" sldId="1230"/>
            <ac:spMk id="150" creationId="{CCAC66AC-B431-30BB-AA8E-A8393BD55D83}"/>
          </ac:spMkLst>
        </pc:spChg>
        <pc:spChg chg="add mod">
          <ac:chgData name="sai prasanna" userId="d011dfdd0a02c142" providerId="LiveId" clId="{CD536C01-7859-4F73-8747-8CABC1AA2FD8}" dt="2024-04-21T07:32:30.438" v="956"/>
          <ac:spMkLst>
            <pc:docMk/>
            <pc:sldMk cId="3540375598" sldId="1230"/>
            <ac:spMk id="152" creationId="{15256C75-1658-E770-E9E8-5C904F1BDDCA}"/>
          </ac:spMkLst>
        </pc:spChg>
        <pc:spChg chg="add mod">
          <ac:chgData name="sai prasanna" userId="d011dfdd0a02c142" providerId="LiveId" clId="{CD536C01-7859-4F73-8747-8CABC1AA2FD8}" dt="2024-04-21T07:32:30.438" v="956"/>
          <ac:spMkLst>
            <pc:docMk/>
            <pc:sldMk cId="3540375598" sldId="1230"/>
            <ac:spMk id="153" creationId="{34CC310F-A9AC-A292-123E-489B2CFC6DAF}"/>
          </ac:spMkLst>
        </pc:spChg>
        <pc:spChg chg="add mod">
          <ac:chgData name="sai prasanna" userId="d011dfdd0a02c142" providerId="LiveId" clId="{CD536C01-7859-4F73-8747-8CABC1AA2FD8}" dt="2024-04-21T07:32:30.438" v="956"/>
          <ac:spMkLst>
            <pc:docMk/>
            <pc:sldMk cId="3540375598" sldId="1230"/>
            <ac:spMk id="154" creationId="{C267B15B-F7F8-4674-AD70-D61D60581EB9}"/>
          </ac:spMkLst>
        </pc:spChg>
        <pc:spChg chg="add mod">
          <ac:chgData name="sai prasanna" userId="d011dfdd0a02c142" providerId="LiveId" clId="{CD536C01-7859-4F73-8747-8CABC1AA2FD8}" dt="2024-04-21T07:32:30.438" v="956"/>
          <ac:spMkLst>
            <pc:docMk/>
            <pc:sldMk cId="3540375598" sldId="1230"/>
            <ac:spMk id="155" creationId="{9E9E606D-9B9B-2432-E28E-A8080D647533}"/>
          </ac:spMkLst>
        </pc:spChg>
        <pc:spChg chg="add mod">
          <ac:chgData name="sai prasanna" userId="d011dfdd0a02c142" providerId="LiveId" clId="{CD536C01-7859-4F73-8747-8CABC1AA2FD8}" dt="2024-04-21T07:32:30.438" v="956"/>
          <ac:spMkLst>
            <pc:docMk/>
            <pc:sldMk cId="3540375598" sldId="1230"/>
            <ac:spMk id="156" creationId="{F907A46C-0967-229C-A6EA-F086BCA0E045}"/>
          </ac:spMkLst>
        </pc:spChg>
        <pc:spChg chg="add mod">
          <ac:chgData name="sai prasanna" userId="d011dfdd0a02c142" providerId="LiveId" clId="{CD536C01-7859-4F73-8747-8CABC1AA2FD8}" dt="2024-04-21T07:32:30.438" v="956"/>
          <ac:spMkLst>
            <pc:docMk/>
            <pc:sldMk cId="3540375598" sldId="1230"/>
            <ac:spMk id="157" creationId="{54A613EC-A70C-41FA-1DA4-A45811A8A14B}"/>
          </ac:spMkLst>
        </pc:spChg>
        <pc:spChg chg="add mod">
          <ac:chgData name="sai prasanna" userId="d011dfdd0a02c142" providerId="LiveId" clId="{CD536C01-7859-4F73-8747-8CABC1AA2FD8}" dt="2024-04-21T07:32:30.438" v="956"/>
          <ac:spMkLst>
            <pc:docMk/>
            <pc:sldMk cId="3540375598" sldId="1230"/>
            <ac:spMk id="158" creationId="{01A056D6-B61E-7310-C356-5AD0AC6180FC}"/>
          </ac:spMkLst>
        </pc:spChg>
        <pc:spChg chg="add mod">
          <ac:chgData name="sai prasanna" userId="d011dfdd0a02c142" providerId="LiveId" clId="{CD536C01-7859-4F73-8747-8CABC1AA2FD8}" dt="2024-04-21T07:32:30.438" v="956"/>
          <ac:spMkLst>
            <pc:docMk/>
            <pc:sldMk cId="3540375598" sldId="1230"/>
            <ac:spMk id="159" creationId="{690B37A1-4B34-E407-D06A-1719BB241471}"/>
          </ac:spMkLst>
        </pc:spChg>
        <pc:spChg chg="add mod">
          <ac:chgData name="sai prasanna" userId="d011dfdd0a02c142" providerId="LiveId" clId="{CD536C01-7859-4F73-8747-8CABC1AA2FD8}" dt="2024-04-21T07:32:30.438" v="956"/>
          <ac:spMkLst>
            <pc:docMk/>
            <pc:sldMk cId="3540375598" sldId="1230"/>
            <ac:spMk id="160" creationId="{12B5B491-FBF9-2415-35AA-BC95225C6E52}"/>
          </ac:spMkLst>
        </pc:spChg>
        <pc:spChg chg="add mod">
          <ac:chgData name="sai prasanna" userId="d011dfdd0a02c142" providerId="LiveId" clId="{CD536C01-7859-4F73-8747-8CABC1AA2FD8}" dt="2024-04-21T07:32:30.438" v="956"/>
          <ac:spMkLst>
            <pc:docMk/>
            <pc:sldMk cId="3540375598" sldId="1230"/>
            <ac:spMk id="161" creationId="{21A8DDAA-5C48-F0B4-4037-B474593D1CAC}"/>
          </ac:spMkLst>
        </pc:spChg>
        <pc:spChg chg="add mod">
          <ac:chgData name="sai prasanna" userId="d011dfdd0a02c142" providerId="LiveId" clId="{CD536C01-7859-4F73-8747-8CABC1AA2FD8}" dt="2024-04-21T07:32:30.438" v="956"/>
          <ac:spMkLst>
            <pc:docMk/>
            <pc:sldMk cId="3540375598" sldId="1230"/>
            <ac:spMk id="162" creationId="{BCD8A7BB-3BBC-E2A9-7FF0-15E35CAE32CF}"/>
          </ac:spMkLst>
        </pc:spChg>
        <pc:spChg chg="add mod">
          <ac:chgData name="sai prasanna" userId="d011dfdd0a02c142" providerId="LiveId" clId="{CD536C01-7859-4F73-8747-8CABC1AA2FD8}" dt="2024-04-21T07:32:30.438" v="956"/>
          <ac:spMkLst>
            <pc:docMk/>
            <pc:sldMk cId="3540375598" sldId="1230"/>
            <ac:spMk id="163" creationId="{8A8E8907-AA21-3FA3-6E10-A145E2EC471C}"/>
          </ac:spMkLst>
        </pc:spChg>
        <pc:spChg chg="add mod">
          <ac:chgData name="sai prasanna" userId="d011dfdd0a02c142" providerId="LiveId" clId="{CD536C01-7859-4F73-8747-8CABC1AA2FD8}" dt="2024-04-21T07:32:30.438" v="956"/>
          <ac:spMkLst>
            <pc:docMk/>
            <pc:sldMk cId="3540375598" sldId="1230"/>
            <ac:spMk id="164" creationId="{5F77B0B3-A98B-8B62-813C-1B755CB7A2E3}"/>
          </ac:spMkLst>
        </pc:spChg>
        <pc:spChg chg="add mod">
          <ac:chgData name="sai prasanna" userId="d011dfdd0a02c142" providerId="LiveId" clId="{CD536C01-7859-4F73-8747-8CABC1AA2FD8}" dt="2024-04-21T07:32:30.438" v="956"/>
          <ac:spMkLst>
            <pc:docMk/>
            <pc:sldMk cId="3540375598" sldId="1230"/>
            <ac:spMk id="165" creationId="{926A8EFA-036E-3847-90FD-ED1CDC0E258C}"/>
          </ac:spMkLst>
        </pc:spChg>
        <pc:spChg chg="add mod">
          <ac:chgData name="sai prasanna" userId="d011dfdd0a02c142" providerId="LiveId" clId="{CD536C01-7859-4F73-8747-8CABC1AA2FD8}" dt="2024-04-21T07:32:30.438" v="956"/>
          <ac:spMkLst>
            <pc:docMk/>
            <pc:sldMk cId="3540375598" sldId="1230"/>
            <ac:spMk id="166" creationId="{3FF918D9-7086-A021-8D8D-66623C26E91A}"/>
          </ac:spMkLst>
        </pc:spChg>
        <pc:spChg chg="add mod">
          <ac:chgData name="sai prasanna" userId="d011dfdd0a02c142" providerId="LiveId" clId="{CD536C01-7859-4F73-8747-8CABC1AA2FD8}" dt="2024-04-21T07:32:30.438" v="956"/>
          <ac:spMkLst>
            <pc:docMk/>
            <pc:sldMk cId="3540375598" sldId="1230"/>
            <ac:spMk id="167" creationId="{575F4D57-303F-9107-FCF4-C58B808DF58B}"/>
          </ac:spMkLst>
        </pc:spChg>
        <pc:spChg chg="add mod">
          <ac:chgData name="sai prasanna" userId="d011dfdd0a02c142" providerId="LiveId" clId="{CD536C01-7859-4F73-8747-8CABC1AA2FD8}" dt="2024-04-21T07:32:30.438" v="956"/>
          <ac:spMkLst>
            <pc:docMk/>
            <pc:sldMk cId="3540375598" sldId="1230"/>
            <ac:spMk id="168" creationId="{D8DDFE18-F0B1-B32B-C793-E508E0714928}"/>
          </ac:spMkLst>
        </pc:spChg>
        <pc:spChg chg="add mod">
          <ac:chgData name="sai prasanna" userId="d011dfdd0a02c142" providerId="LiveId" clId="{CD536C01-7859-4F73-8747-8CABC1AA2FD8}" dt="2024-04-21T07:32:30.438" v="956"/>
          <ac:spMkLst>
            <pc:docMk/>
            <pc:sldMk cId="3540375598" sldId="1230"/>
            <ac:spMk id="169" creationId="{C4670D98-7B0D-1E02-ABD2-E7B4271037C0}"/>
          </ac:spMkLst>
        </pc:spChg>
        <pc:spChg chg="add mod">
          <ac:chgData name="sai prasanna" userId="d011dfdd0a02c142" providerId="LiveId" clId="{CD536C01-7859-4F73-8747-8CABC1AA2FD8}" dt="2024-04-21T07:32:30.438" v="956"/>
          <ac:spMkLst>
            <pc:docMk/>
            <pc:sldMk cId="3540375598" sldId="1230"/>
            <ac:spMk id="170" creationId="{154F66CD-8712-435A-89AE-BBFFE79896BE}"/>
          </ac:spMkLst>
        </pc:spChg>
        <pc:spChg chg="add mod">
          <ac:chgData name="sai prasanna" userId="d011dfdd0a02c142" providerId="LiveId" clId="{CD536C01-7859-4F73-8747-8CABC1AA2FD8}" dt="2024-04-21T07:32:30.438" v="956"/>
          <ac:spMkLst>
            <pc:docMk/>
            <pc:sldMk cId="3540375598" sldId="1230"/>
            <ac:spMk id="171" creationId="{B06CB30F-5E92-F7B3-C07F-37D862AB3ED7}"/>
          </ac:spMkLst>
        </pc:spChg>
        <pc:grpChg chg="mod">
          <ac:chgData name="sai prasanna" userId="d011dfdd0a02c142" providerId="LiveId" clId="{CD536C01-7859-4F73-8747-8CABC1AA2FD8}" dt="2024-04-22T14:05:39.107" v="3157"/>
          <ac:grpSpMkLst>
            <pc:docMk/>
            <pc:sldMk cId="3540375598" sldId="1230"/>
            <ac:grpSpMk id="7" creationId="{550ACF14-EB55-F6F2-C889-D6F4483DCEDB}"/>
          </ac:grpSpMkLst>
        </pc:grpChg>
        <pc:picChg chg="add del mod">
          <ac:chgData name="sai prasanna" userId="d011dfdd0a02c142" providerId="LiveId" clId="{CD536C01-7859-4F73-8747-8CABC1AA2FD8}" dt="2024-04-21T07:14:43.088" v="862" actId="21"/>
          <ac:picMkLst>
            <pc:docMk/>
            <pc:sldMk cId="3540375598" sldId="1230"/>
            <ac:picMk id="5" creationId="{7176763B-0FB1-DE38-A9E5-33F148CDA72E}"/>
          </ac:picMkLst>
        </pc:picChg>
        <pc:picChg chg="add del mod">
          <ac:chgData name="sai prasanna" userId="d011dfdd0a02c142" providerId="LiveId" clId="{CD536C01-7859-4F73-8747-8CABC1AA2FD8}" dt="2024-04-21T07:02:12.633" v="825" actId="1076"/>
          <ac:picMkLst>
            <pc:docMk/>
            <pc:sldMk cId="3540375598" sldId="1230"/>
            <ac:picMk id="22" creationId="{E11BE2D4-4FC6-84FF-6A84-32AEFD04E2E1}"/>
          </ac:picMkLst>
        </pc:picChg>
        <pc:picChg chg="add del mod">
          <ac:chgData name="sai prasanna" userId="d011dfdd0a02c142" providerId="LiveId" clId="{CD536C01-7859-4F73-8747-8CABC1AA2FD8}" dt="2024-04-21T07:14:49.101" v="864" actId="21"/>
          <ac:picMkLst>
            <pc:docMk/>
            <pc:sldMk cId="3540375598" sldId="1230"/>
            <ac:picMk id="84" creationId="{7176763B-0FB1-DE38-A9E5-33F148CDA72E}"/>
          </ac:picMkLst>
        </pc:picChg>
        <pc:picChg chg="add mod">
          <ac:chgData name="sai prasanna" userId="d011dfdd0a02c142" providerId="LiveId" clId="{CD536C01-7859-4F73-8747-8CABC1AA2FD8}" dt="2024-04-21T07:31:45.226" v="951" actId="1076"/>
          <ac:picMkLst>
            <pc:docMk/>
            <pc:sldMk cId="3540375598" sldId="1230"/>
            <ac:picMk id="151" creationId="{683E7DE1-E22C-0B8C-866B-5D629E28E680}"/>
          </ac:picMkLst>
        </pc:picChg>
        <pc:picChg chg="add del mod">
          <ac:chgData name="sai prasanna" userId="d011dfdd0a02c142" providerId="LiveId" clId="{CD536C01-7859-4F73-8747-8CABC1AA2FD8}" dt="2024-04-21T07:33:30.233" v="963" actId="21"/>
          <ac:picMkLst>
            <pc:docMk/>
            <pc:sldMk cId="3540375598" sldId="1230"/>
            <ac:picMk id="172" creationId="{AF94D8FD-A695-649E-078C-72560A501952}"/>
          </ac:picMkLst>
        </pc:picChg>
        <pc:inkChg chg="add del">
          <ac:chgData name="sai prasanna" userId="d011dfdd0a02c142" providerId="LiveId" clId="{CD536C01-7859-4F73-8747-8CABC1AA2FD8}" dt="2024-04-20T13:43:32.652" v="597" actId="21"/>
          <ac:inkMkLst>
            <pc:docMk/>
            <pc:sldMk cId="3540375598" sldId="1230"/>
            <ac:inkMk id="2" creationId="{CD53EA28-FC36-C5A4-DD1B-4F12AD333FF0}"/>
          </ac:inkMkLst>
        </pc:inkChg>
        <pc:inkChg chg="add del mod">
          <ac:chgData name="sai prasanna" userId="d011dfdd0a02c142" providerId="LiveId" clId="{CD536C01-7859-4F73-8747-8CABC1AA2FD8}" dt="2024-04-22T14:05:39.949" v="3158" actId="9405"/>
          <ac:inkMkLst>
            <pc:docMk/>
            <pc:sldMk cId="3540375598" sldId="1230"/>
            <ac:inkMk id="5" creationId="{4BEB023D-A607-D85A-4AC5-A86136A5C487}"/>
          </ac:inkMkLst>
        </pc:inkChg>
        <pc:inkChg chg="add del mod">
          <ac:chgData name="sai prasanna" userId="d011dfdd0a02c142" providerId="LiveId" clId="{CD536C01-7859-4F73-8747-8CABC1AA2FD8}" dt="2024-04-22T14:05:39.107" v="3157"/>
          <ac:inkMkLst>
            <pc:docMk/>
            <pc:sldMk cId="3540375598" sldId="1230"/>
            <ac:inkMk id="6" creationId="{6F84FD02-41C7-1F60-8CBC-5F464235371E}"/>
          </ac:inkMkLst>
        </pc:inkChg>
        <pc:cxnChg chg="add del mod">
          <ac:chgData name="sai prasanna" userId="d011dfdd0a02c142" providerId="LiveId" clId="{CD536C01-7859-4F73-8747-8CABC1AA2FD8}" dt="2024-04-21T06:14:35.236" v="781" actId="21"/>
          <ac:cxnSpMkLst>
            <pc:docMk/>
            <pc:sldMk cId="3540375598" sldId="1230"/>
            <ac:cxnSpMk id="6" creationId="{C3FA78EA-3D9B-848E-F649-440D4E224DAA}"/>
          </ac:cxnSpMkLst>
        </pc:cxnChg>
      </pc:sldChg>
      <pc:sldChg chg="modSp mod">
        <pc:chgData name="sai prasanna" userId="d011dfdd0a02c142" providerId="LiveId" clId="{CD536C01-7859-4F73-8747-8CABC1AA2FD8}" dt="2024-04-21T12:39:23.948" v="1731" actId="208"/>
        <pc:sldMkLst>
          <pc:docMk/>
          <pc:sldMk cId="2904989525" sldId="1391"/>
        </pc:sldMkLst>
        <pc:cxnChg chg="mod">
          <ac:chgData name="sai prasanna" userId="d011dfdd0a02c142" providerId="LiveId" clId="{CD536C01-7859-4F73-8747-8CABC1AA2FD8}" dt="2024-04-21T12:39:23.948" v="1731" actId="208"/>
          <ac:cxnSpMkLst>
            <pc:docMk/>
            <pc:sldMk cId="2904989525" sldId="1391"/>
            <ac:cxnSpMk id="24612" creationId="{00000000-0000-0000-0000-000000000000}"/>
          </ac:cxnSpMkLst>
        </pc:cxnChg>
        <pc:cxnChg chg="mod">
          <ac:chgData name="sai prasanna" userId="d011dfdd0a02c142" providerId="LiveId" clId="{CD536C01-7859-4F73-8747-8CABC1AA2FD8}" dt="2024-04-21T12:39:13.148" v="1730" actId="208"/>
          <ac:cxnSpMkLst>
            <pc:docMk/>
            <pc:sldMk cId="2904989525" sldId="1391"/>
            <ac:cxnSpMk id="24613" creationId="{00000000-0000-0000-0000-000000000000}"/>
          </ac:cxnSpMkLst>
        </pc:cxnChg>
      </pc:sldChg>
      <pc:sldChg chg="modSp modAnim">
        <pc:chgData name="sai prasanna" userId="d011dfdd0a02c142" providerId="LiveId" clId="{CD536C01-7859-4F73-8747-8CABC1AA2FD8}" dt="2024-04-21T09:50:10.001" v="1633"/>
        <pc:sldMkLst>
          <pc:docMk/>
          <pc:sldMk cId="2557058399" sldId="1409"/>
        </pc:sldMkLst>
        <pc:spChg chg="mod">
          <ac:chgData name="sai prasanna" userId="d011dfdd0a02c142" providerId="LiveId" clId="{CD536C01-7859-4F73-8747-8CABC1AA2FD8}" dt="2024-04-21T09:41:26.258" v="1606" actId="12"/>
          <ac:spMkLst>
            <pc:docMk/>
            <pc:sldMk cId="2557058399" sldId="1409"/>
            <ac:spMk id="3" creationId="{D8D5747E-84C7-D739-1726-BA9604730F9F}"/>
          </ac:spMkLst>
        </pc:spChg>
      </pc:sldChg>
      <pc:sldChg chg="modSp mod">
        <pc:chgData name="sai prasanna" userId="d011dfdd0a02c142" providerId="LiveId" clId="{CD536C01-7859-4F73-8747-8CABC1AA2FD8}" dt="2024-04-21T13:39:32.785" v="1902" actId="115"/>
        <pc:sldMkLst>
          <pc:docMk/>
          <pc:sldMk cId="1481343071" sldId="1415"/>
        </pc:sldMkLst>
        <pc:spChg chg="mod">
          <ac:chgData name="sai prasanna" userId="d011dfdd0a02c142" providerId="LiveId" clId="{CD536C01-7859-4F73-8747-8CABC1AA2FD8}" dt="2024-04-21T13:39:32.785" v="1902" actId="115"/>
          <ac:spMkLst>
            <pc:docMk/>
            <pc:sldMk cId="1481343071" sldId="1415"/>
            <ac:spMk id="7" creationId="{CA2CAB0D-6EB9-ADB4-ED91-4119E61E3B92}"/>
          </ac:spMkLst>
        </pc:spChg>
        <pc:picChg chg="mod ord">
          <ac:chgData name="sai prasanna" userId="d011dfdd0a02c142" providerId="LiveId" clId="{CD536C01-7859-4F73-8747-8CABC1AA2FD8}" dt="2024-04-21T12:23:35.238" v="1729" actId="166"/>
          <ac:picMkLst>
            <pc:docMk/>
            <pc:sldMk cId="1481343071" sldId="1415"/>
            <ac:picMk id="8" creationId="{E14E5598-3428-42EA-14C6-964D2C787149}"/>
          </ac:picMkLst>
        </pc:picChg>
      </pc:sldChg>
      <pc:sldChg chg="addSp delSp modSp mod modTransition">
        <pc:chgData name="sai prasanna" userId="d011dfdd0a02c142" providerId="LiveId" clId="{CD536C01-7859-4F73-8747-8CABC1AA2FD8}" dt="2024-04-20T13:21:27.755" v="564"/>
        <pc:sldMkLst>
          <pc:docMk/>
          <pc:sldMk cId="309140192" sldId="1416"/>
        </pc:sldMkLst>
        <pc:spChg chg="mod">
          <ac:chgData name="sai prasanna" userId="d011dfdd0a02c142" providerId="LiveId" clId="{CD536C01-7859-4F73-8747-8CABC1AA2FD8}" dt="2024-04-20T12:53:20.309" v="520" actId="20577"/>
          <ac:spMkLst>
            <pc:docMk/>
            <pc:sldMk cId="309140192" sldId="1416"/>
            <ac:spMk id="2" creationId="{F31F06C3-2885-87CD-880F-B9D1EA986C00}"/>
          </ac:spMkLst>
        </pc:spChg>
        <pc:spChg chg="mod">
          <ac:chgData name="sai prasanna" userId="d011dfdd0a02c142" providerId="LiveId" clId="{CD536C01-7859-4F73-8747-8CABC1AA2FD8}" dt="2024-04-20T12:55:36.167" v="537" actId="5793"/>
          <ac:spMkLst>
            <pc:docMk/>
            <pc:sldMk cId="309140192" sldId="1416"/>
            <ac:spMk id="3" creationId="{E6588797-9AD6-453A-6F16-730AC624BD3E}"/>
          </ac:spMkLst>
        </pc:spChg>
        <pc:spChg chg="add del mod">
          <ac:chgData name="sai prasanna" userId="d011dfdd0a02c142" providerId="LiveId" clId="{CD536C01-7859-4F73-8747-8CABC1AA2FD8}" dt="2024-04-20T12:56:57.694" v="542" actId="21"/>
          <ac:spMkLst>
            <pc:docMk/>
            <pc:sldMk cId="309140192" sldId="1416"/>
            <ac:spMk id="6" creationId="{CEECA80D-ECF1-C80A-64CC-C5CAD9D5BC39}"/>
          </ac:spMkLst>
        </pc:spChg>
        <pc:spChg chg="add del mod">
          <ac:chgData name="sai prasanna" userId="d011dfdd0a02c142" providerId="LiveId" clId="{CD536C01-7859-4F73-8747-8CABC1AA2FD8}" dt="2024-04-20T12:57:33.266" v="544" actId="21"/>
          <ac:spMkLst>
            <pc:docMk/>
            <pc:sldMk cId="309140192" sldId="1416"/>
            <ac:spMk id="7" creationId="{3F2883F0-B675-34E7-E756-4F39F80A3A46}"/>
          </ac:spMkLst>
        </pc:spChg>
        <pc:spChg chg="add mod">
          <ac:chgData name="sai prasanna" userId="d011dfdd0a02c142" providerId="LiveId" clId="{CD536C01-7859-4F73-8747-8CABC1AA2FD8}" dt="2024-04-20T13:21:20.309" v="562" actId="1036"/>
          <ac:spMkLst>
            <pc:docMk/>
            <pc:sldMk cId="309140192" sldId="1416"/>
            <ac:spMk id="8" creationId="{A02803B3-CBAA-EC8F-148C-AACEC6F971C4}"/>
          </ac:spMkLst>
        </pc:spChg>
        <pc:picChg chg="add mod">
          <ac:chgData name="sai prasanna" userId="d011dfdd0a02c142" providerId="LiveId" clId="{CD536C01-7859-4F73-8747-8CABC1AA2FD8}" dt="2024-04-20T12:55:46.628" v="538" actId="1076"/>
          <ac:picMkLst>
            <pc:docMk/>
            <pc:sldMk cId="309140192" sldId="1416"/>
            <ac:picMk id="5" creationId="{E60F1CF4-A539-E3EA-2210-604F92A13AD2}"/>
          </ac:picMkLst>
        </pc:picChg>
      </pc:sldChg>
      <pc:sldChg chg="modSp mod">
        <pc:chgData name="sai prasanna" userId="d011dfdd0a02c142" providerId="LiveId" clId="{CD536C01-7859-4F73-8747-8CABC1AA2FD8}" dt="2024-04-21T13:46:18.020" v="1904" actId="5793"/>
        <pc:sldMkLst>
          <pc:docMk/>
          <pc:sldMk cId="2392999841" sldId="1417"/>
        </pc:sldMkLst>
        <pc:spChg chg="mod">
          <ac:chgData name="sai prasanna" userId="d011dfdd0a02c142" providerId="LiveId" clId="{CD536C01-7859-4F73-8747-8CABC1AA2FD8}" dt="2024-04-21T13:46:18.020" v="1904" actId="5793"/>
          <ac:spMkLst>
            <pc:docMk/>
            <pc:sldMk cId="2392999841" sldId="1417"/>
            <ac:spMk id="3" creationId="{71122729-94E8-6118-4E64-99D6E5161686}"/>
          </ac:spMkLst>
        </pc:spChg>
      </pc:sldChg>
      <pc:sldChg chg="modSp mod">
        <pc:chgData name="sai prasanna" userId="d011dfdd0a02c142" providerId="LiveId" clId="{CD536C01-7859-4F73-8747-8CABC1AA2FD8}" dt="2024-04-21T10:05:19.094" v="1653" actId="12"/>
        <pc:sldMkLst>
          <pc:docMk/>
          <pc:sldMk cId="743605584" sldId="1423"/>
        </pc:sldMkLst>
        <pc:spChg chg="mod">
          <ac:chgData name="sai prasanna" userId="d011dfdd0a02c142" providerId="LiveId" clId="{CD536C01-7859-4F73-8747-8CABC1AA2FD8}" dt="2024-04-21T10:05:19.094" v="1653" actId="12"/>
          <ac:spMkLst>
            <pc:docMk/>
            <pc:sldMk cId="743605584" sldId="1423"/>
            <ac:spMk id="3" creationId="{5AD60457-A657-A28C-4641-B17D87B3D89D}"/>
          </ac:spMkLst>
        </pc:spChg>
        <pc:picChg chg="mod">
          <ac:chgData name="sai prasanna" userId="d011dfdd0a02c142" providerId="LiveId" clId="{CD536C01-7859-4F73-8747-8CABC1AA2FD8}" dt="2024-04-21T10:03:59.939" v="1648" actId="339"/>
          <ac:picMkLst>
            <pc:docMk/>
            <pc:sldMk cId="743605584" sldId="1423"/>
            <ac:picMk id="4" creationId="{637AE416-D158-624B-0EAA-ACDB6CC82A79}"/>
          </ac:picMkLst>
        </pc:picChg>
      </pc:sldChg>
      <pc:sldChg chg="modSp mod modAnim">
        <pc:chgData name="sai prasanna" userId="d011dfdd0a02c142" providerId="LiveId" clId="{CD536C01-7859-4F73-8747-8CABC1AA2FD8}" dt="2024-04-21T13:28:32.725" v="1896"/>
        <pc:sldMkLst>
          <pc:docMk/>
          <pc:sldMk cId="3934755127" sldId="1426"/>
        </pc:sldMkLst>
        <pc:spChg chg="mod">
          <ac:chgData name="sai prasanna" userId="d011dfdd0a02c142" providerId="LiveId" clId="{CD536C01-7859-4F73-8747-8CABC1AA2FD8}" dt="2024-04-21T10:00:11.868" v="1641" actId="20577"/>
          <ac:spMkLst>
            <pc:docMk/>
            <pc:sldMk cId="3934755127" sldId="1426"/>
            <ac:spMk id="13" creationId="{D1DEFB57-A76C-70BA-1818-AB9E103AA376}"/>
          </ac:spMkLst>
        </pc:spChg>
        <pc:spChg chg="mod">
          <ac:chgData name="sai prasanna" userId="d011dfdd0a02c142" providerId="LiveId" clId="{CD536C01-7859-4F73-8747-8CABC1AA2FD8}" dt="2024-04-21T10:10:58.076" v="1663" actId="14100"/>
          <ac:spMkLst>
            <pc:docMk/>
            <pc:sldMk cId="3934755127" sldId="1426"/>
            <ac:spMk id="14" creationId="{D4DAFB0C-32A3-6463-3265-676E3203240C}"/>
          </ac:spMkLst>
        </pc:spChg>
        <pc:spChg chg="mod">
          <ac:chgData name="sai prasanna" userId="d011dfdd0a02c142" providerId="LiveId" clId="{CD536C01-7859-4F73-8747-8CABC1AA2FD8}" dt="2024-04-21T10:07:17.018" v="1655" actId="1076"/>
          <ac:spMkLst>
            <pc:docMk/>
            <pc:sldMk cId="3934755127" sldId="1426"/>
            <ac:spMk id="24" creationId="{A0D9BC50-FB5E-BEB4-2B08-6FD4A96AD129}"/>
          </ac:spMkLst>
        </pc:spChg>
        <pc:grpChg chg="mod">
          <ac:chgData name="sai prasanna" userId="d011dfdd0a02c142" providerId="LiveId" clId="{CD536C01-7859-4F73-8747-8CABC1AA2FD8}" dt="2024-04-21T10:33:02.714" v="1717" actId="1076"/>
          <ac:grpSpMkLst>
            <pc:docMk/>
            <pc:sldMk cId="3934755127" sldId="1426"/>
            <ac:grpSpMk id="4" creationId="{309E30AF-CEA3-0FA8-6201-0C319E336E81}"/>
          </ac:grpSpMkLst>
        </pc:grpChg>
      </pc:sldChg>
      <pc:sldChg chg="modSp mod">
        <pc:chgData name="sai prasanna" userId="d011dfdd0a02c142" providerId="LiveId" clId="{CD536C01-7859-4F73-8747-8CABC1AA2FD8}" dt="2024-04-21T13:29:56.910" v="1898" actId="207"/>
        <pc:sldMkLst>
          <pc:docMk/>
          <pc:sldMk cId="32214650" sldId="1427"/>
        </pc:sldMkLst>
        <pc:spChg chg="mod">
          <ac:chgData name="sai prasanna" userId="d011dfdd0a02c142" providerId="LiveId" clId="{CD536C01-7859-4F73-8747-8CABC1AA2FD8}" dt="2024-04-21T13:29:56.910" v="1898" actId="207"/>
          <ac:spMkLst>
            <pc:docMk/>
            <pc:sldMk cId="32214650" sldId="1427"/>
            <ac:spMk id="3" creationId="{57CFA9DA-E63D-E466-1EEE-D8AAE5FDD708}"/>
          </ac:spMkLst>
        </pc:spChg>
      </pc:sldChg>
      <pc:sldChg chg="modSp mod">
        <pc:chgData name="sai prasanna" userId="d011dfdd0a02c142" providerId="LiveId" clId="{CD536C01-7859-4F73-8747-8CABC1AA2FD8}" dt="2024-04-19T14:34:51.183" v="268" actId="1076"/>
        <pc:sldMkLst>
          <pc:docMk/>
          <pc:sldMk cId="3126818999" sldId="1429"/>
        </pc:sldMkLst>
        <pc:grpChg chg="mod">
          <ac:chgData name="sai prasanna" userId="d011dfdd0a02c142" providerId="LiveId" clId="{CD536C01-7859-4F73-8747-8CABC1AA2FD8}" dt="2024-04-19T14:34:51.183" v="268" actId="1076"/>
          <ac:grpSpMkLst>
            <pc:docMk/>
            <pc:sldMk cId="3126818999" sldId="1429"/>
            <ac:grpSpMk id="4" creationId="{84BB3BE5-17DA-5225-37E6-A69C081E9CF9}"/>
          </ac:grpSpMkLst>
        </pc:grpChg>
      </pc:sldChg>
      <pc:sldChg chg="modSp mod modAnim">
        <pc:chgData name="sai prasanna" userId="d011dfdd0a02c142" providerId="LiveId" clId="{CD536C01-7859-4F73-8747-8CABC1AA2FD8}" dt="2024-04-21T14:00:21.763" v="2094"/>
        <pc:sldMkLst>
          <pc:docMk/>
          <pc:sldMk cId="2716489276" sldId="1431"/>
        </pc:sldMkLst>
        <pc:spChg chg="mod">
          <ac:chgData name="sai prasanna" userId="d011dfdd0a02c142" providerId="LiveId" clId="{CD536C01-7859-4F73-8747-8CABC1AA2FD8}" dt="2024-04-21T14:00:05.909" v="2093" actId="20577"/>
          <ac:spMkLst>
            <pc:docMk/>
            <pc:sldMk cId="2716489276" sldId="1431"/>
            <ac:spMk id="3" creationId="{710C751A-338D-0863-9B38-E6FC193A03C6}"/>
          </ac:spMkLst>
        </pc:spChg>
      </pc:sldChg>
      <pc:sldChg chg="addSp delSp modSp mod">
        <pc:chgData name="sai prasanna" userId="d011dfdd0a02c142" providerId="LiveId" clId="{CD536C01-7859-4F73-8747-8CABC1AA2FD8}" dt="2024-04-21T13:15:40.325" v="1864" actId="14100"/>
        <pc:sldMkLst>
          <pc:docMk/>
          <pc:sldMk cId="2359123677" sldId="1434"/>
        </pc:sldMkLst>
        <pc:spChg chg="mod">
          <ac:chgData name="sai prasanna" userId="d011dfdd0a02c142" providerId="LiveId" clId="{CD536C01-7859-4F73-8747-8CABC1AA2FD8}" dt="2024-04-21T13:11:17.902" v="1863" actId="207"/>
          <ac:spMkLst>
            <pc:docMk/>
            <pc:sldMk cId="2359123677" sldId="1434"/>
            <ac:spMk id="3" creationId="{9A00B36B-E834-1C77-A6F4-D227099390DB}"/>
          </ac:spMkLst>
        </pc:spChg>
        <pc:spChg chg="add del">
          <ac:chgData name="sai prasanna" userId="d011dfdd0a02c142" providerId="LiveId" clId="{CD536C01-7859-4F73-8747-8CABC1AA2FD8}" dt="2024-04-21T12:55:42.214" v="1804" actId="21"/>
          <ac:spMkLst>
            <pc:docMk/>
            <pc:sldMk cId="2359123677" sldId="1434"/>
            <ac:spMk id="5" creationId="{4CFFAC09-3D00-2B0B-99A0-209A70E19735}"/>
          </ac:spMkLst>
        </pc:spChg>
        <pc:spChg chg="add del mod">
          <ac:chgData name="sai prasanna" userId="d011dfdd0a02c142" providerId="LiveId" clId="{CD536C01-7859-4F73-8747-8CABC1AA2FD8}" dt="2024-04-21T13:02:05.978" v="1823" actId="21"/>
          <ac:spMkLst>
            <pc:docMk/>
            <pc:sldMk cId="2359123677" sldId="1434"/>
            <ac:spMk id="6" creationId="{F17E444E-B9B0-9D92-4215-D7A3A4462BD7}"/>
          </ac:spMkLst>
        </pc:spChg>
        <pc:spChg chg="del mod">
          <ac:chgData name="sai prasanna" userId="d011dfdd0a02c142" providerId="LiveId" clId="{CD536C01-7859-4F73-8747-8CABC1AA2FD8}" dt="2024-04-21T12:57:54.211" v="1810" actId="21"/>
          <ac:spMkLst>
            <pc:docMk/>
            <pc:sldMk cId="2359123677" sldId="1434"/>
            <ac:spMk id="7" creationId="{320A43E8-D352-18F2-07A7-AFB3F496B9C9}"/>
          </ac:spMkLst>
        </pc:spChg>
        <pc:spChg chg="add mod">
          <ac:chgData name="sai prasanna" userId="d011dfdd0a02c142" providerId="LiveId" clId="{CD536C01-7859-4F73-8747-8CABC1AA2FD8}" dt="2024-04-21T13:15:40.325" v="1864" actId="14100"/>
          <ac:spMkLst>
            <pc:docMk/>
            <pc:sldMk cId="2359123677" sldId="1434"/>
            <ac:spMk id="8" creationId="{C06BAC4B-722A-F661-052C-11C205E88F35}"/>
          </ac:spMkLst>
        </pc:spChg>
        <pc:spChg chg="add del">
          <ac:chgData name="sai prasanna" userId="d011dfdd0a02c142" providerId="LiveId" clId="{CD536C01-7859-4F73-8747-8CABC1AA2FD8}" dt="2024-04-21T13:05:11.950" v="1845" actId="22"/>
          <ac:spMkLst>
            <pc:docMk/>
            <pc:sldMk cId="2359123677" sldId="1434"/>
            <ac:spMk id="10" creationId="{1AA5C35A-7F3D-B2B4-611B-46150DA95C3D}"/>
          </ac:spMkLst>
        </pc:spChg>
        <pc:spChg chg="del mod">
          <ac:chgData name="sai prasanna" userId="d011dfdd0a02c142" providerId="LiveId" clId="{CD536C01-7859-4F73-8747-8CABC1AA2FD8}" dt="2024-04-21T13:01:21.899" v="1815" actId="21"/>
          <ac:spMkLst>
            <pc:docMk/>
            <pc:sldMk cId="2359123677" sldId="1434"/>
            <ac:spMk id="12" creationId="{8F0325C6-EB88-4A78-E4AB-9A0ED5FDC966}"/>
          </ac:spMkLst>
        </pc:spChg>
        <pc:spChg chg="del mod">
          <ac:chgData name="sai prasanna" userId="d011dfdd0a02c142" providerId="LiveId" clId="{CD536C01-7859-4F73-8747-8CABC1AA2FD8}" dt="2024-04-21T12:58:59.666" v="1813" actId="21"/>
          <ac:spMkLst>
            <pc:docMk/>
            <pc:sldMk cId="2359123677" sldId="1434"/>
            <ac:spMk id="13" creationId="{0996BC28-1320-C657-0EB5-2DC6EEC20E0E}"/>
          </ac:spMkLst>
        </pc:spChg>
        <pc:spChg chg="add mod">
          <ac:chgData name="sai prasanna" userId="d011dfdd0a02c142" providerId="LiveId" clId="{CD536C01-7859-4F73-8747-8CABC1AA2FD8}" dt="2024-04-21T13:09:34.564" v="1859" actId="1076"/>
          <ac:spMkLst>
            <pc:docMk/>
            <pc:sldMk cId="2359123677" sldId="1434"/>
            <ac:spMk id="14" creationId="{E0F02BFB-B4C5-2F6C-8B95-DAC1B781A85C}"/>
          </ac:spMkLst>
        </pc:spChg>
      </pc:sldChg>
      <pc:sldChg chg="modSp mod modAnim">
        <pc:chgData name="sai prasanna" userId="d011dfdd0a02c142" providerId="LiveId" clId="{CD536C01-7859-4F73-8747-8CABC1AA2FD8}" dt="2024-04-21T13:55:08.283" v="2068"/>
        <pc:sldMkLst>
          <pc:docMk/>
          <pc:sldMk cId="3261114200" sldId="1441"/>
        </pc:sldMkLst>
        <pc:spChg chg="mod">
          <ac:chgData name="sai prasanna" userId="d011dfdd0a02c142" providerId="LiveId" clId="{CD536C01-7859-4F73-8747-8CABC1AA2FD8}" dt="2024-04-21T13:53:46.217" v="2066" actId="207"/>
          <ac:spMkLst>
            <pc:docMk/>
            <pc:sldMk cId="3261114200" sldId="1441"/>
            <ac:spMk id="3" creationId="{56D18EA1-6C8E-CCC3-87D3-02DE786BE832}"/>
          </ac:spMkLst>
        </pc:spChg>
      </pc:sldChg>
      <pc:sldChg chg="modSp mod">
        <pc:chgData name="sai prasanna" userId="d011dfdd0a02c142" providerId="LiveId" clId="{CD536C01-7859-4F73-8747-8CABC1AA2FD8}" dt="2024-04-21T09:37:50.816" v="1590" actId="1076"/>
        <pc:sldMkLst>
          <pc:docMk/>
          <pc:sldMk cId="2587148372" sldId="1443"/>
        </pc:sldMkLst>
        <pc:grpChg chg="mod">
          <ac:chgData name="sai prasanna" userId="d011dfdd0a02c142" providerId="LiveId" clId="{CD536C01-7859-4F73-8747-8CABC1AA2FD8}" dt="2024-04-21T09:37:50.816" v="1590" actId="1076"/>
          <ac:grpSpMkLst>
            <pc:docMk/>
            <pc:sldMk cId="2587148372" sldId="1443"/>
            <ac:grpSpMk id="14" creationId="{19705BDE-25D3-D700-3E78-CCFE9909DB4A}"/>
          </ac:grpSpMkLst>
        </pc:grpChg>
      </pc:sldChg>
      <pc:sldChg chg="modSp new mod">
        <pc:chgData name="sai prasanna" userId="d011dfdd0a02c142" providerId="LiveId" clId="{CD536C01-7859-4F73-8747-8CABC1AA2FD8}" dt="2024-04-19T16:49:17.527" v="410" actId="1076"/>
        <pc:sldMkLst>
          <pc:docMk/>
          <pc:sldMk cId="1297005043" sldId="1446"/>
        </pc:sldMkLst>
        <pc:spChg chg="mod">
          <ac:chgData name="sai prasanna" userId="d011dfdd0a02c142" providerId="LiveId" clId="{CD536C01-7859-4F73-8747-8CABC1AA2FD8}" dt="2024-04-19T16:48:47.363" v="401" actId="20577"/>
          <ac:spMkLst>
            <pc:docMk/>
            <pc:sldMk cId="1297005043" sldId="1446"/>
            <ac:spMk id="2" creationId="{200BDFD7-7E20-0E74-E4F0-87059FE4C601}"/>
          </ac:spMkLst>
        </pc:spChg>
        <pc:spChg chg="mod">
          <ac:chgData name="sai prasanna" userId="d011dfdd0a02c142" providerId="LiveId" clId="{CD536C01-7859-4F73-8747-8CABC1AA2FD8}" dt="2024-04-19T16:49:17.527" v="410" actId="1076"/>
          <ac:spMkLst>
            <pc:docMk/>
            <pc:sldMk cId="1297005043" sldId="1446"/>
            <ac:spMk id="3" creationId="{48D8BBF9-C877-F5EB-5299-9A0C1E986438}"/>
          </ac:spMkLst>
        </pc:spChg>
      </pc:sldChg>
      <pc:sldChg chg="addSp delSp modSp new del mod">
        <pc:chgData name="sai prasanna" userId="d011dfdd0a02c142" providerId="LiveId" clId="{CD536C01-7859-4F73-8747-8CABC1AA2FD8}" dt="2024-04-21T07:02:17.732" v="831" actId="680"/>
        <pc:sldMkLst>
          <pc:docMk/>
          <pc:sldMk cId="3942731809" sldId="1449"/>
        </pc:sldMkLst>
        <pc:spChg chg="add del mod">
          <ac:chgData name="sai prasanna" userId="d011dfdd0a02c142" providerId="LiveId" clId="{CD536C01-7859-4F73-8747-8CABC1AA2FD8}" dt="2024-04-21T07:02:15.525" v="828" actId="14100"/>
          <ac:spMkLst>
            <pc:docMk/>
            <pc:sldMk cId="3942731809" sldId="1449"/>
            <ac:spMk id="2" creationId="{89CDD950-282C-C4DF-2A37-F575101ADD63}"/>
          </ac:spMkLst>
        </pc:spChg>
        <pc:spChg chg="add del">
          <ac:chgData name="sai prasanna" userId="d011dfdd0a02c142" providerId="LiveId" clId="{CD536C01-7859-4F73-8747-8CABC1AA2FD8}" dt="2024-04-21T07:02:13.880" v="826" actId="21"/>
          <ac:spMkLst>
            <pc:docMk/>
            <pc:sldMk cId="3942731809" sldId="1449"/>
            <ac:spMk id="3" creationId="{464AF7A3-F795-F24C-CF5B-DFE375978CA1}"/>
          </ac:spMkLst>
        </pc:spChg>
        <pc:spChg chg="add mod">
          <ac:chgData name="sai prasanna" userId="d011dfdd0a02c142" providerId="LiveId" clId="{CD536C01-7859-4F73-8747-8CABC1AA2FD8}" dt="2024-04-21T07:02:17.024" v="830"/>
          <ac:spMkLst>
            <pc:docMk/>
            <pc:sldMk cId="3942731809" sldId="1449"/>
            <ac:spMk id="4" creationId="{911AD167-706B-A24F-DBE5-00AE4C9197E9}"/>
          </ac:spMkLst>
        </pc:spChg>
      </pc:sldChg>
      <pc:sldChg chg="addSp modSp new del mod">
        <pc:chgData name="sai prasanna" userId="d011dfdd0a02c142" providerId="LiveId" clId="{CD536C01-7859-4F73-8747-8CABC1AA2FD8}" dt="2024-04-21T13:15:55.619" v="1865" actId="2696"/>
        <pc:sldMkLst>
          <pc:docMk/>
          <pc:sldMk cId="262116027" sldId="1450"/>
        </pc:sldMkLst>
        <pc:spChg chg="mod">
          <ac:chgData name="sai prasanna" userId="d011dfdd0a02c142" providerId="LiveId" clId="{CD536C01-7859-4F73-8747-8CABC1AA2FD8}" dt="2024-04-21T12:57:30.746" v="1807"/>
          <ac:spMkLst>
            <pc:docMk/>
            <pc:sldMk cId="262116027" sldId="1450"/>
            <ac:spMk id="3" creationId="{C687D679-B8DD-3315-E3B3-FDB11E7238A1}"/>
          </ac:spMkLst>
        </pc:spChg>
        <pc:spChg chg="add mod">
          <ac:chgData name="sai prasanna" userId="d011dfdd0a02c142" providerId="LiveId" clId="{CD536C01-7859-4F73-8747-8CABC1AA2FD8}" dt="2024-04-21T12:58:00.110" v="1811"/>
          <ac:spMkLst>
            <pc:docMk/>
            <pc:sldMk cId="262116027" sldId="1450"/>
            <ac:spMk id="7" creationId="{320A43E8-D352-18F2-07A7-AFB3F496B9C9}"/>
          </ac:spMkLst>
        </pc:spChg>
      </pc:sldChg>
      <pc:sldChg chg="modSp new mod">
        <pc:chgData name="sai prasanna" userId="d011dfdd0a02c142" providerId="LiveId" clId="{CD536C01-7859-4F73-8747-8CABC1AA2FD8}" dt="2024-04-22T13:06:32.159" v="3101" actId="20577"/>
        <pc:sldMkLst>
          <pc:docMk/>
          <pc:sldMk cId="2960629058" sldId="1450"/>
        </pc:sldMkLst>
        <pc:spChg chg="mod">
          <ac:chgData name="sai prasanna" userId="d011dfdd0a02c142" providerId="LiveId" clId="{CD536C01-7859-4F73-8747-8CABC1AA2FD8}" dt="2024-04-21T13:20:02.225" v="1882" actId="20577"/>
          <ac:spMkLst>
            <pc:docMk/>
            <pc:sldMk cId="2960629058" sldId="1450"/>
            <ac:spMk id="2" creationId="{6D79754F-CD93-CA75-6E8D-6E6A469779EB}"/>
          </ac:spMkLst>
        </pc:spChg>
        <pc:spChg chg="mod">
          <ac:chgData name="sai prasanna" userId="d011dfdd0a02c142" providerId="LiveId" clId="{CD536C01-7859-4F73-8747-8CABC1AA2FD8}" dt="2024-04-22T13:06:32.159" v="3101" actId="20577"/>
          <ac:spMkLst>
            <pc:docMk/>
            <pc:sldMk cId="2960629058" sldId="1450"/>
            <ac:spMk id="3" creationId="{F44C2177-DEF6-D6D3-4237-488839623870}"/>
          </ac:spMkLst>
        </pc:spChg>
      </pc:sldChg>
      <pc:sldChg chg="addSp delSp modSp new mod">
        <pc:chgData name="sai prasanna" userId="d011dfdd0a02c142" providerId="LiveId" clId="{CD536C01-7859-4F73-8747-8CABC1AA2FD8}" dt="2024-04-22T12:38:46.364" v="3091" actId="1076"/>
        <pc:sldMkLst>
          <pc:docMk/>
          <pc:sldMk cId="1365091771" sldId="1451"/>
        </pc:sldMkLst>
        <pc:spChg chg="del mod">
          <ac:chgData name="sai prasanna" userId="d011dfdd0a02c142" providerId="LiveId" clId="{CD536C01-7859-4F73-8747-8CABC1AA2FD8}" dt="2024-04-22T12:33:22.232" v="2923" actId="21"/>
          <ac:spMkLst>
            <pc:docMk/>
            <pc:sldMk cId="1365091771" sldId="1451"/>
            <ac:spMk id="2" creationId="{D368EF4C-8C25-F772-79E5-3F65AA99C829}"/>
          </ac:spMkLst>
        </pc:spChg>
        <pc:spChg chg="del mod">
          <ac:chgData name="sai prasanna" userId="d011dfdd0a02c142" providerId="LiveId" clId="{CD536C01-7859-4F73-8747-8CABC1AA2FD8}" dt="2024-04-22T12:38:04.892" v="3087"/>
          <ac:spMkLst>
            <pc:docMk/>
            <pc:sldMk cId="1365091771" sldId="1451"/>
            <ac:spMk id="3" creationId="{3BF54829-50D0-926A-658D-F7559A5335AF}"/>
          </ac:spMkLst>
        </pc:spChg>
        <pc:picChg chg="add mod">
          <ac:chgData name="sai prasanna" userId="d011dfdd0a02c142" providerId="LiveId" clId="{CD536C01-7859-4F73-8747-8CABC1AA2FD8}" dt="2024-04-22T12:38:46.364" v="3091" actId="1076"/>
          <ac:picMkLst>
            <pc:docMk/>
            <pc:sldMk cId="1365091771" sldId="1451"/>
            <ac:picMk id="1026" creationId="{AFBFEEC0-7E7D-5D2F-4D9C-39595E31E114}"/>
          </ac:picMkLst>
        </pc:picChg>
      </pc:sldChg>
      <pc:sldChg chg="delSp modSp new mod">
        <pc:chgData name="sai prasanna" userId="d011dfdd0a02c142" providerId="LiveId" clId="{CD536C01-7859-4F73-8747-8CABC1AA2FD8}" dt="2024-04-22T17:02:42.769" v="3444" actId="14861"/>
        <pc:sldMkLst>
          <pc:docMk/>
          <pc:sldMk cId="762686393" sldId="1455"/>
        </pc:sldMkLst>
        <pc:spChg chg="del mod">
          <ac:chgData name="sai prasanna" userId="d011dfdd0a02c142" providerId="LiveId" clId="{CD536C01-7859-4F73-8747-8CABC1AA2FD8}" dt="2024-04-22T16:57:50.441" v="3388" actId="21"/>
          <ac:spMkLst>
            <pc:docMk/>
            <pc:sldMk cId="762686393" sldId="1455"/>
            <ac:spMk id="2" creationId="{038F1318-480A-D861-0760-5B638CC2632F}"/>
          </ac:spMkLst>
        </pc:spChg>
        <pc:spChg chg="mod">
          <ac:chgData name="sai prasanna" userId="d011dfdd0a02c142" providerId="LiveId" clId="{CD536C01-7859-4F73-8747-8CABC1AA2FD8}" dt="2024-04-22T17:02:42.769" v="3444" actId="14861"/>
          <ac:spMkLst>
            <pc:docMk/>
            <pc:sldMk cId="762686393" sldId="1455"/>
            <ac:spMk id="3" creationId="{291A17A4-387E-6283-2FD1-F24755110826}"/>
          </ac:spMkLst>
        </pc:spChg>
      </pc:sldChg>
    </pc:docChg>
  </pc:docChgLst>
  <pc:docChgLst>
    <pc:chgData name="Rupesh Bhusare" userId="d95c9a049485b47d" providerId="Windows Live" clId="Web-{01AA5714-3ABE-4EE1-8873-8CAD6E10B9C8}"/>
    <pc:docChg chg="modSld">
      <pc:chgData name="Rupesh Bhusare" userId="d95c9a049485b47d" providerId="Windows Live" clId="Web-{01AA5714-3ABE-4EE1-8873-8CAD6E10B9C8}" dt="2024-04-20T12:42:39.693" v="49" actId="20577"/>
      <pc:docMkLst>
        <pc:docMk/>
      </pc:docMkLst>
      <pc:sldChg chg="modSp">
        <pc:chgData name="Rupesh Bhusare" userId="d95c9a049485b47d" providerId="Windows Live" clId="Web-{01AA5714-3ABE-4EE1-8873-8CAD6E10B9C8}" dt="2024-04-20T12:42:39.693" v="49" actId="20577"/>
        <pc:sldMkLst>
          <pc:docMk/>
          <pc:sldMk cId="3009585122" sldId="1442"/>
        </pc:sldMkLst>
        <pc:spChg chg="mod">
          <ac:chgData name="Rupesh Bhusare" userId="d95c9a049485b47d" providerId="Windows Live" clId="Web-{01AA5714-3ABE-4EE1-8873-8CAD6E10B9C8}" dt="2024-04-20T12:42:39.693" v="49" actId="20577"/>
          <ac:spMkLst>
            <pc:docMk/>
            <pc:sldMk cId="3009585122" sldId="1442"/>
            <ac:spMk id="3" creationId="{A8172FDD-48D3-E262-CC0C-B08E119BDD62}"/>
          </ac:spMkLst>
        </pc:spChg>
      </pc:sldChg>
    </pc:docChg>
  </pc:docChgLst>
  <pc:docChgLst>
    <pc:chgData name="Guest User" providerId="Windows Live" clId="Web-{26809C2D-87FF-496A-B06C-49FC8DF61980}"/>
    <pc:docChg chg="delSld modSld">
      <pc:chgData name="Guest User" userId="" providerId="Windows Live" clId="Web-{26809C2D-87FF-496A-B06C-49FC8DF61980}" dt="2024-04-22T13:24:24.831" v="65"/>
      <pc:docMkLst>
        <pc:docMk/>
      </pc:docMkLst>
      <pc:sldChg chg="modSp">
        <pc:chgData name="Guest User" userId="" providerId="Windows Live" clId="Web-{26809C2D-87FF-496A-B06C-49FC8DF61980}" dt="2024-04-22T13:18:27.038" v="26" actId="20577"/>
        <pc:sldMkLst>
          <pc:docMk/>
          <pc:sldMk cId="1819359268" sldId="256"/>
        </pc:sldMkLst>
        <pc:spChg chg="mod">
          <ac:chgData name="Guest User" userId="" providerId="Windows Live" clId="Web-{26809C2D-87FF-496A-B06C-49FC8DF61980}" dt="2024-04-22T13:18:27.038" v="26" actId="20577"/>
          <ac:spMkLst>
            <pc:docMk/>
            <pc:sldMk cId="1819359268" sldId="256"/>
            <ac:spMk id="2" creationId="{8268D3E5-C7A3-47DF-A374-46BF83A69904}"/>
          </ac:spMkLst>
        </pc:spChg>
        <pc:spChg chg="mod">
          <ac:chgData name="Guest User" userId="" providerId="Windows Live" clId="Web-{26809C2D-87FF-496A-B06C-49FC8DF61980}" dt="2024-04-22T12:58:04.343" v="10" actId="14100"/>
          <ac:spMkLst>
            <pc:docMk/>
            <pc:sldMk cId="1819359268" sldId="256"/>
            <ac:spMk id="3" creationId="{2E78725B-6E40-4D82-B375-7831D81C29EE}"/>
          </ac:spMkLst>
        </pc:spChg>
      </pc:sldChg>
      <pc:sldChg chg="modSp">
        <pc:chgData name="Guest User" userId="" providerId="Windows Live" clId="Web-{26809C2D-87FF-496A-B06C-49FC8DF61980}" dt="2024-04-22T13:23:17.094" v="64" actId="20577"/>
        <pc:sldMkLst>
          <pc:docMk/>
          <pc:sldMk cId="111365159" sldId="267"/>
        </pc:sldMkLst>
        <pc:spChg chg="mod">
          <ac:chgData name="Guest User" userId="" providerId="Windows Live" clId="Web-{26809C2D-87FF-496A-B06C-49FC8DF61980}" dt="2024-04-22T12:51:18.299" v="1" actId="1076"/>
          <ac:spMkLst>
            <pc:docMk/>
            <pc:sldMk cId="111365159" sldId="267"/>
            <ac:spMk id="3" creationId="{B820E194-3AB8-BC36-C36D-CE999D61CA31}"/>
          </ac:spMkLst>
        </pc:spChg>
        <pc:spChg chg="mod">
          <ac:chgData name="Guest User" userId="" providerId="Windows Live" clId="Web-{26809C2D-87FF-496A-B06C-49FC8DF61980}" dt="2024-04-22T13:23:17.094" v="64" actId="20577"/>
          <ac:spMkLst>
            <pc:docMk/>
            <pc:sldMk cId="111365159" sldId="267"/>
            <ac:spMk id="50" creationId="{5D8C9765-E74F-12B0-6503-7822EA10D0DF}"/>
          </ac:spMkLst>
        </pc:spChg>
      </pc:sldChg>
      <pc:sldChg chg="del">
        <pc:chgData name="Guest User" userId="" providerId="Windows Live" clId="Web-{26809C2D-87FF-496A-B06C-49FC8DF61980}" dt="2024-04-22T13:24:24.831" v="65"/>
        <pc:sldMkLst>
          <pc:docMk/>
          <pc:sldMk cId="2751857788" sldId="1452"/>
        </pc:sldMkLst>
      </pc:sldChg>
    </pc:docChg>
  </pc:docChgLst>
  <pc:docChgLst>
    <pc:chgData name="HARSHINI MARYADA" userId="aa8c9f51cfa61bbb" providerId="LiveId" clId="{2A1D80A0-ECF4-4B0B-A584-ECA9A7C39B75}"/>
    <pc:docChg chg="undo custSel addSld delSld modSld sldOrd">
      <pc:chgData name="HARSHINI MARYADA" userId="aa8c9f51cfa61bbb" providerId="LiveId" clId="{2A1D80A0-ECF4-4B0B-A584-ECA9A7C39B75}" dt="2024-05-16T04:25:56.842" v="3084"/>
      <pc:docMkLst>
        <pc:docMk/>
      </pc:docMkLst>
      <pc:sldChg chg="addSp delSp modSp mod ord modTransition modAnim">
        <pc:chgData name="HARSHINI MARYADA" userId="aa8c9f51cfa61bbb" providerId="LiveId" clId="{2A1D80A0-ECF4-4B0B-A584-ECA9A7C39B75}" dt="2024-05-16T04:25:56.842" v="3084"/>
        <pc:sldMkLst>
          <pc:docMk/>
          <pc:sldMk cId="1819359268" sldId="256"/>
        </pc:sldMkLst>
        <pc:spChg chg="mod">
          <ac:chgData name="HARSHINI MARYADA" userId="aa8c9f51cfa61bbb" providerId="LiveId" clId="{2A1D80A0-ECF4-4B0B-A584-ECA9A7C39B75}" dt="2024-04-22T12:48:54.985" v="2301" actId="113"/>
          <ac:spMkLst>
            <pc:docMk/>
            <pc:sldMk cId="1819359268" sldId="256"/>
            <ac:spMk id="2" creationId="{8268D3E5-C7A3-47DF-A374-46BF83A69904}"/>
          </ac:spMkLst>
        </pc:spChg>
        <pc:spChg chg="mod">
          <ac:chgData name="HARSHINI MARYADA" userId="aa8c9f51cfa61bbb" providerId="LiveId" clId="{2A1D80A0-ECF4-4B0B-A584-ECA9A7C39B75}" dt="2024-04-22T12:49:10.098" v="2305" actId="114"/>
          <ac:spMkLst>
            <pc:docMk/>
            <pc:sldMk cId="1819359268" sldId="256"/>
            <ac:spMk id="3" creationId="{2E78725B-6E40-4D82-B375-7831D81C29EE}"/>
          </ac:spMkLst>
        </pc:spChg>
        <pc:picChg chg="add mod">
          <ac:chgData name="HARSHINI MARYADA" userId="aa8c9f51cfa61bbb" providerId="LiveId" clId="{2A1D80A0-ECF4-4B0B-A584-ECA9A7C39B75}" dt="2024-05-16T04:25:56.842" v="3084"/>
          <ac:picMkLst>
            <pc:docMk/>
            <pc:sldMk cId="1819359268" sldId="256"/>
            <ac:picMk id="4" creationId="{BDE5B342-E8E1-F45B-0395-B8818474ADE2}"/>
          </ac:picMkLst>
        </pc:picChg>
        <pc:picChg chg="del mod">
          <ac:chgData name="HARSHINI MARYADA" userId="aa8c9f51cfa61bbb" providerId="LiveId" clId="{2A1D80A0-ECF4-4B0B-A584-ECA9A7C39B75}" dt="2024-04-22T13:49:13.602" v="3070" actId="21"/>
          <ac:picMkLst>
            <pc:docMk/>
            <pc:sldMk cId="1819359268" sldId="256"/>
            <ac:picMk id="2050" creationId="{835F2F57-D624-A481-8408-790ED3DD01FF}"/>
          </ac:picMkLst>
        </pc:picChg>
      </pc:sldChg>
      <pc:sldChg chg="modSp">
        <pc:chgData name="HARSHINI MARYADA" userId="aa8c9f51cfa61bbb" providerId="LiveId" clId="{2A1D80A0-ECF4-4B0B-A584-ECA9A7C39B75}" dt="2024-04-19T13:20:07.001" v="179"/>
        <pc:sldMkLst>
          <pc:docMk/>
          <pc:sldMk cId="3253689747" sldId="257"/>
        </pc:sldMkLst>
        <pc:graphicFrameChg chg="mod">
          <ac:chgData name="HARSHINI MARYADA" userId="aa8c9f51cfa61bbb" providerId="LiveId" clId="{2A1D80A0-ECF4-4B0B-A584-ECA9A7C39B75}" dt="2024-04-19T13:20:07.001" v="179"/>
          <ac:graphicFrameMkLst>
            <pc:docMk/>
            <pc:sldMk cId="3253689747" sldId="257"/>
            <ac:graphicFrameMk id="4" creationId="{8D4F1745-A55E-4835-88EB-BC637121B608}"/>
          </ac:graphicFrameMkLst>
        </pc:graphicFrameChg>
      </pc:sldChg>
      <pc:sldChg chg="modSp">
        <pc:chgData name="HARSHINI MARYADA" userId="aa8c9f51cfa61bbb" providerId="LiveId" clId="{2A1D80A0-ECF4-4B0B-A584-ECA9A7C39B75}" dt="2024-04-22T12:58:44.996" v="2597" actId="20577"/>
        <pc:sldMkLst>
          <pc:docMk/>
          <pc:sldMk cId="1193417028" sldId="259"/>
        </pc:sldMkLst>
        <pc:graphicFrameChg chg="mod">
          <ac:chgData name="HARSHINI MARYADA" userId="aa8c9f51cfa61bbb" providerId="LiveId" clId="{2A1D80A0-ECF4-4B0B-A584-ECA9A7C39B75}" dt="2024-04-22T12:58:44.996" v="2597" actId="20577"/>
          <ac:graphicFrameMkLst>
            <pc:docMk/>
            <pc:sldMk cId="1193417028" sldId="259"/>
            <ac:graphicFrameMk id="4" creationId="{242FA989-6B7C-488C-85ED-CB8D01BA3254}"/>
          </ac:graphicFrameMkLst>
        </pc:graphicFrameChg>
      </pc:sldChg>
      <pc:sldChg chg="addSp delSp modSp mod modTransition">
        <pc:chgData name="HARSHINI MARYADA" userId="aa8c9f51cfa61bbb" providerId="LiveId" clId="{2A1D80A0-ECF4-4B0B-A584-ECA9A7C39B75}" dt="2024-04-21T13:13:15.284" v="1792"/>
        <pc:sldMkLst>
          <pc:docMk/>
          <pc:sldMk cId="3011204855" sldId="266"/>
        </pc:sldMkLst>
        <pc:spChg chg="add mod">
          <ac:chgData name="HARSHINI MARYADA" userId="aa8c9f51cfa61bbb" providerId="LiveId" clId="{2A1D80A0-ECF4-4B0B-A584-ECA9A7C39B75}" dt="2024-04-19T13:52:24.675" v="420"/>
          <ac:spMkLst>
            <pc:docMk/>
            <pc:sldMk cId="3011204855" sldId="266"/>
            <ac:spMk id="2" creationId="{DD9D96E9-FA14-D864-7185-74E9882173F7}"/>
          </ac:spMkLst>
        </pc:spChg>
        <pc:spChg chg="del mod">
          <ac:chgData name="HARSHINI MARYADA" userId="aa8c9f51cfa61bbb" providerId="LiveId" clId="{2A1D80A0-ECF4-4B0B-A584-ECA9A7C39B75}" dt="2024-04-19T13:53:42.902" v="457" actId="21"/>
          <ac:spMkLst>
            <pc:docMk/>
            <pc:sldMk cId="3011204855" sldId="266"/>
            <ac:spMk id="3" creationId="{163B84D1-75C3-9660-A006-2CF9E3C8206C}"/>
          </ac:spMkLst>
        </pc:spChg>
        <pc:spChg chg="mod">
          <ac:chgData name="HARSHINI MARYADA" userId="aa8c9f51cfa61bbb" providerId="LiveId" clId="{2A1D80A0-ECF4-4B0B-A584-ECA9A7C39B75}" dt="2024-04-19T13:52:59.543" v="427"/>
          <ac:spMkLst>
            <pc:docMk/>
            <pc:sldMk cId="3011204855" sldId="266"/>
            <ac:spMk id="5" creationId="{77802AB1-09A8-F719-5B54-C9678A1FF202}"/>
          </ac:spMkLst>
        </pc:spChg>
        <pc:spChg chg="mod">
          <ac:chgData name="HARSHINI MARYADA" userId="aa8c9f51cfa61bbb" providerId="LiveId" clId="{2A1D80A0-ECF4-4B0B-A584-ECA9A7C39B75}" dt="2024-04-19T13:53:34.182" v="455" actId="255"/>
          <ac:spMkLst>
            <pc:docMk/>
            <pc:sldMk cId="3011204855" sldId="266"/>
            <ac:spMk id="6" creationId="{936983DF-818F-E3AF-5A12-E15D14549E73}"/>
          </ac:spMkLst>
        </pc:spChg>
        <pc:spChg chg="mod">
          <ac:chgData name="HARSHINI MARYADA" userId="aa8c9f51cfa61bbb" providerId="LiveId" clId="{2A1D80A0-ECF4-4B0B-A584-ECA9A7C39B75}" dt="2024-04-19T13:52:59.543" v="427"/>
          <ac:spMkLst>
            <pc:docMk/>
            <pc:sldMk cId="3011204855" sldId="266"/>
            <ac:spMk id="8" creationId="{9EBB71D4-39F1-A2D6-01B6-CA122A246AAE}"/>
          </ac:spMkLst>
        </pc:spChg>
        <pc:spChg chg="mod">
          <ac:chgData name="HARSHINI MARYADA" userId="aa8c9f51cfa61bbb" providerId="LiveId" clId="{2A1D80A0-ECF4-4B0B-A584-ECA9A7C39B75}" dt="2024-04-19T13:53:58.495" v="477" actId="20577"/>
          <ac:spMkLst>
            <pc:docMk/>
            <pc:sldMk cId="3011204855" sldId="266"/>
            <ac:spMk id="9" creationId="{54CC0D73-41EA-D930-100C-5CFAC9998B10}"/>
          </ac:spMkLst>
        </pc:spChg>
        <pc:spChg chg="add del mod">
          <ac:chgData name="HARSHINI MARYADA" userId="aa8c9f51cfa61bbb" providerId="LiveId" clId="{2A1D80A0-ECF4-4B0B-A584-ECA9A7C39B75}" dt="2024-04-19T13:53:47.151" v="458" actId="21"/>
          <ac:spMkLst>
            <pc:docMk/>
            <pc:sldMk cId="3011204855" sldId="266"/>
            <ac:spMk id="11" creationId="{AABA097F-A826-2328-7573-65280CCC3EEE}"/>
          </ac:spMkLst>
        </pc:spChg>
        <pc:grpChg chg="add mod">
          <ac:chgData name="HARSHINI MARYADA" userId="aa8c9f51cfa61bbb" providerId="LiveId" clId="{2A1D80A0-ECF4-4B0B-A584-ECA9A7C39B75}" dt="2024-04-19T13:52:59.543" v="427"/>
          <ac:grpSpMkLst>
            <pc:docMk/>
            <pc:sldMk cId="3011204855" sldId="266"/>
            <ac:grpSpMk id="4" creationId="{D3CE959B-BFEB-43AA-CB47-9E696E74DB72}"/>
          </ac:grpSpMkLst>
        </pc:grpChg>
        <pc:grpChg chg="add mod">
          <ac:chgData name="HARSHINI MARYADA" userId="aa8c9f51cfa61bbb" providerId="LiveId" clId="{2A1D80A0-ECF4-4B0B-A584-ECA9A7C39B75}" dt="2024-04-19T13:52:59.543" v="427"/>
          <ac:grpSpMkLst>
            <pc:docMk/>
            <pc:sldMk cId="3011204855" sldId="266"/>
            <ac:grpSpMk id="7" creationId="{10853DD6-D2D0-6CF4-9C4E-A1F63453C189}"/>
          </ac:grpSpMkLst>
        </pc:grpChg>
      </pc:sldChg>
      <pc:sldChg chg="addSp delSp modSp mod delAnim modAnim">
        <pc:chgData name="HARSHINI MARYADA" userId="aa8c9f51cfa61bbb" providerId="LiveId" clId="{2A1D80A0-ECF4-4B0B-A584-ECA9A7C39B75}" dt="2024-04-22T13:27:53.446" v="3028" actId="20577"/>
        <pc:sldMkLst>
          <pc:docMk/>
          <pc:sldMk cId="111365159" sldId="267"/>
        </pc:sldMkLst>
        <pc:spChg chg="add del mod">
          <ac:chgData name="HARSHINI MARYADA" userId="aa8c9f51cfa61bbb" providerId="LiveId" clId="{2A1D80A0-ECF4-4B0B-A584-ECA9A7C39B75}" dt="2024-04-22T13:03:42.615" v="2681" actId="21"/>
          <ac:spMkLst>
            <pc:docMk/>
            <pc:sldMk cId="111365159" sldId="267"/>
            <ac:spMk id="2" creationId="{E3E6A1F7-65F9-2115-921E-69451FE6EF46}"/>
          </ac:spMkLst>
        </pc:spChg>
        <pc:spChg chg="del mod">
          <ac:chgData name="HARSHINI MARYADA" userId="aa8c9f51cfa61bbb" providerId="LiveId" clId="{2A1D80A0-ECF4-4B0B-A584-ECA9A7C39B75}" dt="2024-04-22T13:03:39.827" v="2680" actId="21"/>
          <ac:spMkLst>
            <pc:docMk/>
            <pc:sldMk cId="111365159" sldId="267"/>
            <ac:spMk id="3" creationId="{B820E194-3AB8-BC36-C36D-CE999D61CA31}"/>
          </ac:spMkLst>
        </pc:spChg>
        <pc:spChg chg="add del mod topLvl">
          <ac:chgData name="HARSHINI MARYADA" userId="aa8c9f51cfa61bbb" providerId="LiveId" clId="{2A1D80A0-ECF4-4B0B-A584-ECA9A7C39B75}" dt="2024-04-22T13:00:08.178" v="2627" actId="478"/>
          <ac:spMkLst>
            <pc:docMk/>
            <pc:sldMk cId="111365159" sldId="267"/>
            <ac:spMk id="5" creationId="{6CF3A3EA-2A86-4E04-6CB0-215EE0A88F1A}"/>
          </ac:spMkLst>
        </pc:spChg>
        <pc:spChg chg="add mod topLvl">
          <ac:chgData name="HARSHINI MARYADA" userId="aa8c9f51cfa61bbb" providerId="LiveId" clId="{2A1D80A0-ECF4-4B0B-A584-ECA9A7C39B75}" dt="2024-04-22T13:00:20.828" v="2668" actId="5793"/>
          <ac:spMkLst>
            <pc:docMk/>
            <pc:sldMk cId="111365159" sldId="267"/>
            <ac:spMk id="6" creationId="{83C2C7CC-9A59-1150-ADD7-240E54673B0D}"/>
          </ac:spMkLst>
        </pc:spChg>
        <pc:spChg chg="add del mod">
          <ac:chgData name="HARSHINI MARYADA" userId="aa8c9f51cfa61bbb" providerId="LiveId" clId="{2A1D80A0-ECF4-4B0B-A584-ECA9A7C39B75}" dt="2024-04-22T13:05:59.326" v="2692" actId="21"/>
          <ac:spMkLst>
            <pc:docMk/>
            <pc:sldMk cId="111365159" sldId="267"/>
            <ac:spMk id="8" creationId="{B3FF6BA6-1246-A154-1C78-CDC8CD7FF28D}"/>
          </ac:spMkLst>
        </pc:spChg>
        <pc:spChg chg="add mod">
          <ac:chgData name="HARSHINI MARYADA" userId="aa8c9f51cfa61bbb" providerId="LiveId" clId="{2A1D80A0-ECF4-4B0B-A584-ECA9A7C39B75}" dt="2024-04-22T13:02:03.733" v="2669"/>
          <ac:spMkLst>
            <pc:docMk/>
            <pc:sldMk cId="111365159" sldId="267"/>
            <ac:spMk id="13" creationId="{64273110-A854-E04C-9E3A-6799305725EA}"/>
          </ac:spMkLst>
        </pc:spChg>
        <pc:spChg chg="add mod">
          <ac:chgData name="HARSHINI MARYADA" userId="aa8c9f51cfa61bbb" providerId="LiveId" clId="{2A1D80A0-ECF4-4B0B-A584-ECA9A7C39B75}" dt="2024-04-22T13:02:03.733" v="2669"/>
          <ac:spMkLst>
            <pc:docMk/>
            <pc:sldMk cId="111365159" sldId="267"/>
            <ac:spMk id="14" creationId="{C57B2754-D075-F4E6-9ACF-83793EDC861D}"/>
          </ac:spMkLst>
        </pc:spChg>
        <pc:spChg chg="add mod">
          <ac:chgData name="HARSHINI MARYADA" userId="aa8c9f51cfa61bbb" providerId="LiveId" clId="{2A1D80A0-ECF4-4B0B-A584-ECA9A7C39B75}" dt="2024-04-22T13:02:03.733" v="2669"/>
          <ac:spMkLst>
            <pc:docMk/>
            <pc:sldMk cId="111365159" sldId="267"/>
            <ac:spMk id="15" creationId="{0C565E8A-88FB-02FD-50F2-DBBD8188B9D4}"/>
          </ac:spMkLst>
        </pc:spChg>
        <pc:spChg chg="add mod">
          <ac:chgData name="HARSHINI MARYADA" userId="aa8c9f51cfa61bbb" providerId="LiveId" clId="{2A1D80A0-ECF4-4B0B-A584-ECA9A7C39B75}" dt="2024-04-22T13:02:03.733" v="2669"/>
          <ac:spMkLst>
            <pc:docMk/>
            <pc:sldMk cId="111365159" sldId="267"/>
            <ac:spMk id="16" creationId="{B7DDF5B8-E417-D10D-F74C-17D675B82AB8}"/>
          </ac:spMkLst>
        </pc:spChg>
        <pc:spChg chg="add mod">
          <ac:chgData name="HARSHINI MARYADA" userId="aa8c9f51cfa61bbb" providerId="LiveId" clId="{2A1D80A0-ECF4-4B0B-A584-ECA9A7C39B75}" dt="2024-04-22T13:02:03.733" v="2669"/>
          <ac:spMkLst>
            <pc:docMk/>
            <pc:sldMk cId="111365159" sldId="267"/>
            <ac:spMk id="17" creationId="{B4A1F9C1-8A9D-F193-D817-F7A36C802AB6}"/>
          </ac:spMkLst>
        </pc:spChg>
        <pc:spChg chg="add mod">
          <ac:chgData name="HARSHINI MARYADA" userId="aa8c9f51cfa61bbb" providerId="LiveId" clId="{2A1D80A0-ECF4-4B0B-A584-ECA9A7C39B75}" dt="2024-04-22T13:02:03.733" v="2669"/>
          <ac:spMkLst>
            <pc:docMk/>
            <pc:sldMk cId="111365159" sldId="267"/>
            <ac:spMk id="18" creationId="{930A89FB-6214-128D-E967-165C3EDE4579}"/>
          </ac:spMkLst>
        </pc:spChg>
        <pc:spChg chg="add mod">
          <ac:chgData name="HARSHINI MARYADA" userId="aa8c9f51cfa61bbb" providerId="LiveId" clId="{2A1D80A0-ECF4-4B0B-A584-ECA9A7C39B75}" dt="2024-04-22T13:02:03.733" v="2669"/>
          <ac:spMkLst>
            <pc:docMk/>
            <pc:sldMk cId="111365159" sldId="267"/>
            <ac:spMk id="19" creationId="{8012E8E6-ADF8-D458-92B0-43079949E9F8}"/>
          </ac:spMkLst>
        </pc:spChg>
        <pc:spChg chg="add mod">
          <ac:chgData name="HARSHINI MARYADA" userId="aa8c9f51cfa61bbb" providerId="LiveId" clId="{2A1D80A0-ECF4-4B0B-A584-ECA9A7C39B75}" dt="2024-04-22T13:02:03.733" v="2669"/>
          <ac:spMkLst>
            <pc:docMk/>
            <pc:sldMk cId="111365159" sldId="267"/>
            <ac:spMk id="20" creationId="{B859800B-C4CF-1AB5-B3C4-85F29B9A1F74}"/>
          </ac:spMkLst>
        </pc:spChg>
        <pc:spChg chg="add mod">
          <ac:chgData name="HARSHINI MARYADA" userId="aa8c9f51cfa61bbb" providerId="LiveId" clId="{2A1D80A0-ECF4-4B0B-A584-ECA9A7C39B75}" dt="2024-04-22T13:02:03.733" v="2669"/>
          <ac:spMkLst>
            <pc:docMk/>
            <pc:sldMk cId="111365159" sldId="267"/>
            <ac:spMk id="21" creationId="{6D0B6153-0A2F-4F12-3971-5087C4D4A293}"/>
          </ac:spMkLst>
        </pc:spChg>
        <pc:spChg chg="add mod">
          <ac:chgData name="HARSHINI MARYADA" userId="aa8c9f51cfa61bbb" providerId="LiveId" clId="{2A1D80A0-ECF4-4B0B-A584-ECA9A7C39B75}" dt="2024-04-22T13:02:03.733" v="2669"/>
          <ac:spMkLst>
            <pc:docMk/>
            <pc:sldMk cId="111365159" sldId="267"/>
            <ac:spMk id="22" creationId="{96C9BC53-26E8-3BD6-70C5-64E10A74036A}"/>
          </ac:spMkLst>
        </pc:spChg>
        <pc:spChg chg="add del mod">
          <ac:chgData name="HARSHINI MARYADA" userId="aa8c9f51cfa61bbb" providerId="LiveId" clId="{2A1D80A0-ECF4-4B0B-A584-ECA9A7C39B75}" dt="2024-04-22T13:04:32.129" v="2684" actId="21"/>
          <ac:spMkLst>
            <pc:docMk/>
            <pc:sldMk cId="111365159" sldId="267"/>
            <ac:spMk id="24" creationId="{926266DD-29DD-1028-41D6-1CB0BE35F07C}"/>
          </ac:spMkLst>
        </pc:spChg>
        <pc:spChg chg="mod">
          <ac:chgData name="HARSHINI MARYADA" userId="aa8c9f51cfa61bbb" providerId="LiveId" clId="{2A1D80A0-ECF4-4B0B-A584-ECA9A7C39B75}" dt="2024-04-22T13:05:34.074" v="2690" actId="571"/>
          <ac:spMkLst>
            <pc:docMk/>
            <pc:sldMk cId="111365159" sldId="267"/>
            <ac:spMk id="26" creationId="{05AC1629-7F49-2053-EC42-FFBBA41E5BCE}"/>
          </ac:spMkLst>
        </pc:spChg>
        <pc:spChg chg="mod">
          <ac:chgData name="HARSHINI MARYADA" userId="aa8c9f51cfa61bbb" providerId="LiveId" clId="{2A1D80A0-ECF4-4B0B-A584-ECA9A7C39B75}" dt="2024-04-22T13:05:34.074" v="2690" actId="571"/>
          <ac:spMkLst>
            <pc:docMk/>
            <pc:sldMk cId="111365159" sldId="267"/>
            <ac:spMk id="27" creationId="{ADD773EF-3E13-31AC-A034-BDDE77532BEA}"/>
          </ac:spMkLst>
        </pc:spChg>
        <pc:spChg chg="add del mod">
          <ac:chgData name="HARSHINI MARYADA" userId="aa8c9f51cfa61bbb" providerId="LiveId" clId="{2A1D80A0-ECF4-4B0B-A584-ECA9A7C39B75}" dt="2024-04-22T13:05:56.369" v="2691" actId="478"/>
          <ac:spMkLst>
            <pc:docMk/>
            <pc:sldMk cId="111365159" sldId="267"/>
            <ac:spMk id="28" creationId="{B8E079CC-766B-96E1-4E5F-3F7F84BC4806}"/>
          </ac:spMkLst>
        </pc:spChg>
        <pc:spChg chg="mod">
          <ac:chgData name="HARSHINI MARYADA" userId="aa8c9f51cfa61bbb" providerId="LiveId" clId="{2A1D80A0-ECF4-4B0B-A584-ECA9A7C39B75}" dt="2024-04-22T13:05:34.074" v="2690" actId="571"/>
          <ac:spMkLst>
            <pc:docMk/>
            <pc:sldMk cId="111365159" sldId="267"/>
            <ac:spMk id="30" creationId="{59980647-5804-0C00-B67B-B749408A8DDC}"/>
          </ac:spMkLst>
        </pc:spChg>
        <pc:spChg chg="mod">
          <ac:chgData name="HARSHINI MARYADA" userId="aa8c9f51cfa61bbb" providerId="LiveId" clId="{2A1D80A0-ECF4-4B0B-A584-ECA9A7C39B75}" dt="2024-04-22T13:05:34.074" v="2690" actId="571"/>
          <ac:spMkLst>
            <pc:docMk/>
            <pc:sldMk cId="111365159" sldId="267"/>
            <ac:spMk id="31" creationId="{74E1FD43-48B0-FC80-8ABC-E0AB6A7733E2}"/>
          </ac:spMkLst>
        </pc:spChg>
        <pc:spChg chg="mod">
          <ac:chgData name="HARSHINI MARYADA" userId="aa8c9f51cfa61bbb" providerId="LiveId" clId="{2A1D80A0-ECF4-4B0B-A584-ECA9A7C39B75}" dt="2024-04-22T13:05:34.074" v="2690" actId="571"/>
          <ac:spMkLst>
            <pc:docMk/>
            <pc:sldMk cId="111365159" sldId="267"/>
            <ac:spMk id="33" creationId="{49B72F58-513E-A085-1E79-572F7984604C}"/>
          </ac:spMkLst>
        </pc:spChg>
        <pc:spChg chg="mod">
          <ac:chgData name="HARSHINI MARYADA" userId="aa8c9f51cfa61bbb" providerId="LiveId" clId="{2A1D80A0-ECF4-4B0B-A584-ECA9A7C39B75}" dt="2024-04-22T13:05:34.074" v="2690" actId="571"/>
          <ac:spMkLst>
            <pc:docMk/>
            <pc:sldMk cId="111365159" sldId="267"/>
            <ac:spMk id="34" creationId="{9D1113FD-AFBC-6C36-822C-B59AF3079A4B}"/>
          </ac:spMkLst>
        </pc:spChg>
        <pc:spChg chg="add mod">
          <ac:chgData name="HARSHINI MARYADA" userId="aa8c9f51cfa61bbb" providerId="LiveId" clId="{2A1D80A0-ECF4-4B0B-A584-ECA9A7C39B75}" dt="2024-04-22T13:07:28.500" v="2695"/>
          <ac:spMkLst>
            <pc:docMk/>
            <pc:sldMk cId="111365159" sldId="267"/>
            <ac:spMk id="41" creationId="{601A55F4-5E73-9A86-FD1D-2883A7F333D3}"/>
          </ac:spMkLst>
        </pc:spChg>
        <pc:spChg chg="add mod">
          <ac:chgData name="HARSHINI MARYADA" userId="aa8c9f51cfa61bbb" providerId="LiveId" clId="{2A1D80A0-ECF4-4B0B-A584-ECA9A7C39B75}" dt="2024-04-22T13:19:04.257" v="2956" actId="2711"/>
          <ac:spMkLst>
            <pc:docMk/>
            <pc:sldMk cId="111365159" sldId="267"/>
            <ac:spMk id="42" creationId="{9166CFDB-E86D-6B7B-471A-43A8FA4B885C}"/>
          </ac:spMkLst>
        </pc:spChg>
        <pc:spChg chg="add mod">
          <ac:chgData name="HARSHINI MARYADA" userId="aa8c9f51cfa61bbb" providerId="LiveId" clId="{2A1D80A0-ECF4-4B0B-A584-ECA9A7C39B75}" dt="2024-04-22T13:07:28.500" v="2695"/>
          <ac:spMkLst>
            <pc:docMk/>
            <pc:sldMk cId="111365159" sldId="267"/>
            <ac:spMk id="43" creationId="{CC200292-7466-07A0-86C2-C2EF0C970EB2}"/>
          </ac:spMkLst>
        </pc:spChg>
        <pc:spChg chg="add mod">
          <ac:chgData name="HARSHINI MARYADA" userId="aa8c9f51cfa61bbb" providerId="LiveId" clId="{2A1D80A0-ECF4-4B0B-A584-ECA9A7C39B75}" dt="2024-04-22T13:10:06.152" v="2790" actId="20577"/>
          <ac:spMkLst>
            <pc:docMk/>
            <pc:sldMk cId="111365159" sldId="267"/>
            <ac:spMk id="44" creationId="{0235725C-55AF-3CEA-6302-4CECC89DA49F}"/>
          </ac:spMkLst>
        </pc:spChg>
        <pc:spChg chg="add mod">
          <ac:chgData name="HARSHINI MARYADA" userId="aa8c9f51cfa61bbb" providerId="LiveId" clId="{2A1D80A0-ECF4-4B0B-A584-ECA9A7C39B75}" dt="2024-04-22T13:07:28.500" v="2695"/>
          <ac:spMkLst>
            <pc:docMk/>
            <pc:sldMk cId="111365159" sldId="267"/>
            <ac:spMk id="45" creationId="{F8B0E8F4-B3FD-309D-BE97-27D279AA3E75}"/>
          </ac:spMkLst>
        </pc:spChg>
        <pc:spChg chg="add mod">
          <ac:chgData name="HARSHINI MARYADA" userId="aa8c9f51cfa61bbb" providerId="LiveId" clId="{2A1D80A0-ECF4-4B0B-A584-ECA9A7C39B75}" dt="2024-04-22T13:26:15.213" v="3012" actId="14100"/>
          <ac:spMkLst>
            <pc:docMk/>
            <pc:sldMk cId="111365159" sldId="267"/>
            <ac:spMk id="46" creationId="{2F801B61-939F-F796-E237-F07136ABDF98}"/>
          </ac:spMkLst>
        </pc:spChg>
        <pc:spChg chg="add mod">
          <ac:chgData name="HARSHINI MARYADA" userId="aa8c9f51cfa61bbb" providerId="LiveId" clId="{2A1D80A0-ECF4-4B0B-A584-ECA9A7C39B75}" dt="2024-04-22T13:07:28.500" v="2695"/>
          <ac:spMkLst>
            <pc:docMk/>
            <pc:sldMk cId="111365159" sldId="267"/>
            <ac:spMk id="47" creationId="{FC47D05D-EA1E-0E8C-6DB7-2BD27F65BFC7}"/>
          </ac:spMkLst>
        </pc:spChg>
        <pc:spChg chg="add mod">
          <ac:chgData name="HARSHINI MARYADA" userId="aa8c9f51cfa61bbb" providerId="LiveId" clId="{2A1D80A0-ECF4-4B0B-A584-ECA9A7C39B75}" dt="2024-04-22T13:09:23.747" v="2751" actId="20577"/>
          <ac:spMkLst>
            <pc:docMk/>
            <pc:sldMk cId="111365159" sldId="267"/>
            <ac:spMk id="48" creationId="{DCE47949-49F6-E912-0F1D-CCD578E028A1}"/>
          </ac:spMkLst>
        </pc:spChg>
        <pc:spChg chg="add mod">
          <ac:chgData name="HARSHINI MARYADA" userId="aa8c9f51cfa61bbb" providerId="LiveId" clId="{2A1D80A0-ECF4-4B0B-A584-ECA9A7C39B75}" dt="2024-04-22T13:07:28.500" v="2695"/>
          <ac:spMkLst>
            <pc:docMk/>
            <pc:sldMk cId="111365159" sldId="267"/>
            <ac:spMk id="49" creationId="{1020B2D6-6D8C-AECB-D950-370A51FE4249}"/>
          </ac:spMkLst>
        </pc:spChg>
        <pc:spChg chg="add mod">
          <ac:chgData name="HARSHINI MARYADA" userId="aa8c9f51cfa61bbb" providerId="LiveId" clId="{2A1D80A0-ECF4-4B0B-A584-ECA9A7C39B75}" dt="2024-04-22T13:27:53.446" v="3028" actId="20577"/>
          <ac:spMkLst>
            <pc:docMk/>
            <pc:sldMk cId="111365159" sldId="267"/>
            <ac:spMk id="50" creationId="{5D8C9765-E74F-12B0-6503-7822EA10D0DF}"/>
          </ac:spMkLst>
        </pc:spChg>
        <pc:spChg chg="add mod">
          <ac:chgData name="HARSHINI MARYADA" userId="aa8c9f51cfa61bbb" providerId="LiveId" clId="{2A1D80A0-ECF4-4B0B-A584-ECA9A7C39B75}" dt="2024-04-22T13:07:28.500" v="2695"/>
          <ac:spMkLst>
            <pc:docMk/>
            <pc:sldMk cId="111365159" sldId="267"/>
            <ac:spMk id="51" creationId="{73E46541-31C5-71F6-C9E1-7EF7131BD8BD}"/>
          </ac:spMkLst>
        </pc:spChg>
        <pc:spChg chg="add mod">
          <ac:chgData name="HARSHINI MARYADA" userId="aa8c9f51cfa61bbb" providerId="LiveId" clId="{2A1D80A0-ECF4-4B0B-A584-ECA9A7C39B75}" dt="2024-04-22T13:08:39.308" v="2723" actId="20577"/>
          <ac:spMkLst>
            <pc:docMk/>
            <pc:sldMk cId="111365159" sldId="267"/>
            <ac:spMk id="52" creationId="{263DABC7-8801-7437-643A-96247CADC4DA}"/>
          </ac:spMkLst>
        </pc:spChg>
        <pc:spChg chg="add mod">
          <ac:chgData name="HARSHINI MARYADA" userId="aa8c9f51cfa61bbb" providerId="LiveId" clId="{2A1D80A0-ECF4-4B0B-A584-ECA9A7C39B75}" dt="2024-04-22T13:23:47.830" v="3011" actId="2711"/>
          <ac:spMkLst>
            <pc:docMk/>
            <pc:sldMk cId="111365159" sldId="267"/>
            <ac:spMk id="53" creationId="{0F7F1022-9D4E-261B-36F2-EE1850F4B607}"/>
          </ac:spMkLst>
        </pc:spChg>
        <pc:grpChg chg="add del mod">
          <ac:chgData name="HARSHINI MARYADA" userId="aa8c9f51cfa61bbb" providerId="LiveId" clId="{2A1D80A0-ECF4-4B0B-A584-ECA9A7C39B75}" dt="2024-04-22T13:00:08.178" v="2627" actId="478"/>
          <ac:grpSpMkLst>
            <pc:docMk/>
            <pc:sldMk cId="111365159" sldId="267"/>
            <ac:grpSpMk id="4" creationId="{6B8F13C3-79CD-043B-06E5-8E71B515342F}"/>
          </ac:grpSpMkLst>
        </pc:grpChg>
        <pc:grpChg chg="add del mod">
          <ac:chgData name="HARSHINI MARYADA" userId="aa8c9f51cfa61bbb" providerId="LiveId" clId="{2A1D80A0-ECF4-4B0B-A584-ECA9A7C39B75}" dt="2024-04-22T13:06:11.822" v="2693" actId="478"/>
          <ac:grpSpMkLst>
            <pc:docMk/>
            <pc:sldMk cId="111365159" sldId="267"/>
            <ac:grpSpMk id="7" creationId="{24683FA7-5980-A9FA-0C3E-B565FFC12966}"/>
          </ac:grpSpMkLst>
        </pc:grpChg>
        <pc:grpChg chg="add del mod">
          <ac:chgData name="HARSHINI MARYADA" userId="aa8c9f51cfa61bbb" providerId="LiveId" clId="{2A1D80A0-ECF4-4B0B-A584-ECA9A7C39B75}" dt="2024-04-22T13:06:11.822" v="2693" actId="478"/>
          <ac:grpSpMkLst>
            <pc:docMk/>
            <pc:sldMk cId="111365159" sldId="267"/>
            <ac:grpSpMk id="9" creationId="{0E78E178-CC45-46FC-0CB3-D87ECE655BF7}"/>
          </ac:grpSpMkLst>
        </pc:grpChg>
        <pc:grpChg chg="add del mod">
          <ac:chgData name="HARSHINI MARYADA" userId="aa8c9f51cfa61bbb" providerId="LiveId" clId="{2A1D80A0-ECF4-4B0B-A584-ECA9A7C39B75}" dt="2024-04-22T13:06:11.822" v="2693" actId="478"/>
          <ac:grpSpMkLst>
            <pc:docMk/>
            <pc:sldMk cId="111365159" sldId="267"/>
            <ac:grpSpMk id="10" creationId="{698A8F41-0315-D690-8152-2EFAD2030096}"/>
          </ac:grpSpMkLst>
        </pc:grpChg>
        <pc:grpChg chg="add del mod">
          <ac:chgData name="HARSHINI MARYADA" userId="aa8c9f51cfa61bbb" providerId="LiveId" clId="{2A1D80A0-ECF4-4B0B-A584-ECA9A7C39B75}" dt="2024-04-22T13:05:56.369" v="2691" actId="478"/>
          <ac:grpSpMkLst>
            <pc:docMk/>
            <pc:sldMk cId="111365159" sldId="267"/>
            <ac:grpSpMk id="11" creationId="{F76FFCF5-C1C1-2856-B616-C637DBBD88CD}"/>
          </ac:grpSpMkLst>
        </pc:grpChg>
        <pc:grpChg chg="add del mod">
          <ac:chgData name="HARSHINI MARYADA" userId="aa8c9f51cfa61bbb" providerId="LiveId" clId="{2A1D80A0-ECF4-4B0B-A584-ECA9A7C39B75}" dt="2024-04-22T13:05:56.369" v="2691" actId="478"/>
          <ac:grpSpMkLst>
            <pc:docMk/>
            <pc:sldMk cId="111365159" sldId="267"/>
            <ac:grpSpMk id="12" creationId="{D6878824-B476-B21A-AA50-E6B73E9FCC53}"/>
          </ac:grpSpMkLst>
        </pc:grpChg>
        <pc:grpChg chg="add del mod">
          <ac:chgData name="HARSHINI MARYADA" userId="aa8c9f51cfa61bbb" providerId="LiveId" clId="{2A1D80A0-ECF4-4B0B-A584-ECA9A7C39B75}" dt="2024-04-22T13:05:56.369" v="2691" actId="478"/>
          <ac:grpSpMkLst>
            <pc:docMk/>
            <pc:sldMk cId="111365159" sldId="267"/>
            <ac:grpSpMk id="25" creationId="{F63E9D22-D569-B0ED-7CD1-3855928AB251}"/>
          </ac:grpSpMkLst>
        </pc:grpChg>
        <pc:grpChg chg="add del mod">
          <ac:chgData name="HARSHINI MARYADA" userId="aa8c9f51cfa61bbb" providerId="LiveId" clId="{2A1D80A0-ECF4-4B0B-A584-ECA9A7C39B75}" dt="2024-04-22T13:05:56.369" v="2691" actId="478"/>
          <ac:grpSpMkLst>
            <pc:docMk/>
            <pc:sldMk cId="111365159" sldId="267"/>
            <ac:grpSpMk id="29" creationId="{23C7657F-88FC-6406-E999-8D89931645FA}"/>
          </ac:grpSpMkLst>
        </pc:grpChg>
        <pc:grpChg chg="add del mod">
          <ac:chgData name="HARSHINI MARYADA" userId="aa8c9f51cfa61bbb" providerId="LiveId" clId="{2A1D80A0-ECF4-4B0B-A584-ECA9A7C39B75}" dt="2024-04-22T13:05:56.369" v="2691" actId="478"/>
          <ac:grpSpMkLst>
            <pc:docMk/>
            <pc:sldMk cId="111365159" sldId="267"/>
            <ac:grpSpMk id="32" creationId="{69635169-D718-BA8E-9202-C50AFF3D1422}"/>
          </ac:grpSpMkLst>
        </pc:grpChg>
        <pc:grpChg chg="add mod">
          <ac:chgData name="HARSHINI MARYADA" userId="aa8c9f51cfa61bbb" providerId="LiveId" clId="{2A1D80A0-ECF4-4B0B-A584-ECA9A7C39B75}" dt="2024-04-22T13:07:37.369" v="2697" actId="14100"/>
          <ac:grpSpMkLst>
            <pc:docMk/>
            <pc:sldMk cId="111365159" sldId="267"/>
            <ac:grpSpMk id="35" creationId="{4DF0D3EF-6B49-820F-2950-83D48C839BA5}"/>
          </ac:grpSpMkLst>
        </pc:grpChg>
        <pc:grpChg chg="add mod">
          <ac:chgData name="HARSHINI MARYADA" userId="aa8c9f51cfa61bbb" providerId="LiveId" clId="{2A1D80A0-ECF4-4B0B-A584-ECA9A7C39B75}" dt="2024-04-22T13:12:57.376" v="2820" actId="14100"/>
          <ac:grpSpMkLst>
            <pc:docMk/>
            <pc:sldMk cId="111365159" sldId="267"/>
            <ac:grpSpMk id="36" creationId="{12EA1946-7A7F-57D7-53E2-58C755520089}"/>
          </ac:grpSpMkLst>
        </pc:grpChg>
        <pc:grpChg chg="add mod">
          <ac:chgData name="HARSHINI MARYADA" userId="aa8c9f51cfa61bbb" providerId="LiveId" clId="{2A1D80A0-ECF4-4B0B-A584-ECA9A7C39B75}" dt="2024-04-22T13:07:37.369" v="2697" actId="14100"/>
          <ac:grpSpMkLst>
            <pc:docMk/>
            <pc:sldMk cId="111365159" sldId="267"/>
            <ac:grpSpMk id="37" creationId="{5407F9A9-AAC1-83AF-F1CF-60289E1EBF0E}"/>
          </ac:grpSpMkLst>
        </pc:grpChg>
        <pc:grpChg chg="add mod">
          <ac:chgData name="HARSHINI MARYADA" userId="aa8c9f51cfa61bbb" providerId="LiveId" clId="{2A1D80A0-ECF4-4B0B-A584-ECA9A7C39B75}" dt="2024-04-22T13:07:37.369" v="2697" actId="14100"/>
          <ac:grpSpMkLst>
            <pc:docMk/>
            <pc:sldMk cId="111365159" sldId="267"/>
            <ac:grpSpMk id="38" creationId="{B0DA21DE-40B9-94C8-FA8B-0E285F24977F}"/>
          </ac:grpSpMkLst>
        </pc:grpChg>
        <pc:grpChg chg="add mod">
          <ac:chgData name="HARSHINI MARYADA" userId="aa8c9f51cfa61bbb" providerId="LiveId" clId="{2A1D80A0-ECF4-4B0B-A584-ECA9A7C39B75}" dt="2024-04-22T13:07:37.369" v="2697" actId="14100"/>
          <ac:grpSpMkLst>
            <pc:docMk/>
            <pc:sldMk cId="111365159" sldId="267"/>
            <ac:grpSpMk id="39" creationId="{F9D68B1E-D7FA-7D11-015E-37C9F5C680A4}"/>
          </ac:grpSpMkLst>
        </pc:grpChg>
        <pc:grpChg chg="add mod">
          <ac:chgData name="HARSHINI MARYADA" userId="aa8c9f51cfa61bbb" providerId="LiveId" clId="{2A1D80A0-ECF4-4B0B-A584-ECA9A7C39B75}" dt="2024-04-22T13:07:37.369" v="2697" actId="14100"/>
          <ac:grpSpMkLst>
            <pc:docMk/>
            <pc:sldMk cId="111365159" sldId="267"/>
            <ac:grpSpMk id="40" creationId="{894D595E-E1A2-37F6-80E6-BF582E6F8EC3}"/>
          </ac:grpSpMkLst>
        </pc:grpChg>
      </pc:sldChg>
      <pc:sldChg chg="addSp delSp modSp mod modTransition">
        <pc:chgData name="HARSHINI MARYADA" userId="aa8c9f51cfa61bbb" providerId="LiveId" clId="{2A1D80A0-ECF4-4B0B-A584-ECA9A7C39B75}" dt="2024-04-21T13:13:48.779" v="1800"/>
        <pc:sldMkLst>
          <pc:docMk/>
          <pc:sldMk cId="2767208848" sldId="268"/>
        </pc:sldMkLst>
        <pc:spChg chg="del mod">
          <ac:chgData name="HARSHINI MARYADA" userId="aa8c9f51cfa61bbb" providerId="LiveId" clId="{2A1D80A0-ECF4-4B0B-A584-ECA9A7C39B75}" dt="2024-04-19T14:21:53.549" v="554" actId="21"/>
          <ac:spMkLst>
            <pc:docMk/>
            <pc:sldMk cId="2767208848" sldId="268"/>
            <ac:spMk id="3" creationId="{0FA8574A-09CF-CAE1-0635-FE2D4EF45AEA}"/>
          </ac:spMkLst>
        </pc:spChg>
        <pc:spChg chg="mod">
          <ac:chgData name="HARSHINI MARYADA" userId="aa8c9f51cfa61bbb" providerId="LiveId" clId="{2A1D80A0-ECF4-4B0B-A584-ECA9A7C39B75}" dt="2024-04-19T14:19:33.599" v="533"/>
          <ac:spMkLst>
            <pc:docMk/>
            <pc:sldMk cId="2767208848" sldId="268"/>
            <ac:spMk id="4" creationId="{D5407B11-C9FB-F90E-A708-C7B3E785B2FF}"/>
          </ac:spMkLst>
        </pc:spChg>
        <pc:spChg chg="mod">
          <ac:chgData name="HARSHINI MARYADA" userId="aa8c9f51cfa61bbb" providerId="LiveId" clId="{2A1D80A0-ECF4-4B0B-A584-ECA9A7C39B75}" dt="2024-04-19T14:21:11.288" v="549" actId="20577"/>
          <ac:spMkLst>
            <pc:docMk/>
            <pc:sldMk cId="2767208848" sldId="268"/>
            <ac:spMk id="5" creationId="{2B95F472-F731-29F9-FD0E-6027E2A9CD29}"/>
          </ac:spMkLst>
        </pc:spChg>
        <pc:spChg chg="mod">
          <ac:chgData name="HARSHINI MARYADA" userId="aa8c9f51cfa61bbb" providerId="LiveId" clId="{2A1D80A0-ECF4-4B0B-A584-ECA9A7C39B75}" dt="2024-04-19T14:19:33.599" v="533"/>
          <ac:spMkLst>
            <pc:docMk/>
            <pc:sldMk cId="2767208848" sldId="268"/>
            <ac:spMk id="7" creationId="{6D421C90-20DA-2CF4-C04F-0217EE2993F6}"/>
          </ac:spMkLst>
        </pc:spChg>
        <pc:spChg chg="mod">
          <ac:chgData name="HARSHINI MARYADA" userId="aa8c9f51cfa61bbb" providerId="LiveId" clId="{2A1D80A0-ECF4-4B0B-A584-ECA9A7C39B75}" dt="2024-04-19T14:19:33.599" v="533"/>
          <ac:spMkLst>
            <pc:docMk/>
            <pc:sldMk cId="2767208848" sldId="268"/>
            <ac:spMk id="8" creationId="{AB247149-F345-ADD8-59BC-A66E2BFCF641}"/>
          </ac:spMkLst>
        </pc:spChg>
        <pc:spChg chg="add del mod">
          <ac:chgData name="HARSHINI MARYADA" userId="aa8c9f51cfa61bbb" providerId="LiveId" clId="{2A1D80A0-ECF4-4B0B-A584-ECA9A7C39B75}" dt="2024-04-19T14:22:03.300" v="555" actId="478"/>
          <ac:spMkLst>
            <pc:docMk/>
            <pc:sldMk cId="2767208848" sldId="268"/>
            <ac:spMk id="10" creationId="{56FE8AD5-3465-BEA5-5D77-2AFAE2204141}"/>
          </ac:spMkLst>
        </pc:spChg>
        <pc:grpChg chg="add mod">
          <ac:chgData name="HARSHINI MARYADA" userId="aa8c9f51cfa61bbb" providerId="LiveId" clId="{2A1D80A0-ECF4-4B0B-A584-ECA9A7C39B75}" dt="2024-04-19T14:21:34.773" v="551" actId="14100"/>
          <ac:grpSpMkLst>
            <pc:docMk/>
            <pc:sldMk cId="2767208848" sldId="268"/>
            <ac:grpSpMk id="2" creationId="{4E02E94B-BAD1-122E-60E2-6DB87004E2F2}"/>
          </ac:grpSpMkLst>
        </pc:grpChg>
        <pc:grpChg chg="add mod">
          <ac:chgData name="HARSHINI MARYADA" userId="aa8c9f51cfa61bbb" providerId="LiveId" clId="{2A1D80A0-ECF4-4B0B-A584-ECA9A7C39B75}" dt="2024-04-19T14:21:24.042" v="550" actId="14100"/>
          <ac:grpSpMkLst>
            <pc:docMk/>
            <pc:sldMk cId="2767208848" sldId="268"/>
            <ac:grpSpMk id="6" creationId="{DAD5FB07-AA15-5CF9-B3FA-AFEA56484A47}"/>
          </ac:grpSpMkLst>
        </pc:grpChg>
      </pc:sldChg>
      <pc:sldChg chg="modSp mod">
        <pc:chgData name="HARSHINI MARYADA" userId="aa8c9f51cfa61bbb" providerId="LiveId" clId="{2A1D80A0-ECF4-4B0B-A584-ECA9A7C39B75}" dt="2024-04-20T12:41:49.286" v="602" actId="207"/>
        <pc:sldMkLst>
          <pc:docMk/>
          <pc:sldMk cId="224370559" sldId="269"/>
        </pc:sldMkLst>
        <pc:spChg chg="mod">
          <ac:chgData name="HARSHINI MARYADA" userId="aa8c9f51cfa61bbb" providerId="LiveId" clId="{2A1D80A0-ECF4-4B0B-A584-ECA9A7C39B75}" dt="2024-04-20T12:41:49.286" v="602" actId="207"/>
          <ac:spMkLst>
            <pc:docMk/>
            <pc:sldMk cId="224370559" sldId="269"/>
            <ac:spMk id="3" creationId="{A02B36D5-23E0-16EE-325C-A432A83E4CD5}"/>
          </ac:spMkLst>
        </pc:spChg>
      </pc:sldChg>
      <pc:sldChg chg="del modAnim">
        <pc:chgData name="HARSHINI MARYADA" userId="aa8c9f51cfa61bbb" providerId="LiveId" clId="{2A1D80A0-ECF4-4B0B-A584-ECA9A7C39B75}" dt="2024-04-20T12:44:01.054" v="614" actId="2696"/>
        <pc:sldMkLst>
          <pc:docMk/>
          <pc:sldMk cId="2858411214" sldId="271"/>
        </pc:sldMkLst>
      </pc:sldChg>
      <pc:sldChg chg="modSp mod modAnim">
        <pc:chgData name="HARSHINI MARYADA" userId="aa8c9f51cfa61bbb" providerId="LiveId" clId="{2A1D80A0-ECF4-4B0B-A584-ECA9A7C39B75}" dt="2024-04-22T17:49:22.171" v="3077"/>
        <pc:sldMkLst>
          <pc:docMk/>
          <pc:sldMk cId="3178454360" sldId="274"/>
        </pc:sldMkLst>
        <pc:spChg chg="mod">
          <ac:chgData name="HARSHINI MARYADA" userId="aa8c9f51cfa61bbb" providerId="LiveId" clId="{2A1D80A0-ECF4-4B0B-A584-ECA9A7C39B75}" dt="2024-04-20T13:05:35.695" v="691"/>
          <ac:spMkLst>
            <pc:docMk/>
            <pc:sldMk cId="3178454360" sldId="274"/>
            <ac:spMk id="3" creationId="{3E3AC86F-E442-8654-0182-141BABF04165}"/>
          </ac:spMkLst>
        </pc:spChg>
      </pc:sldChg>
      <pc:sldChg chg="addSp modSp mod modAnim">
        <pc:chgData name="HARSHINI MARYADA" userId="aa8c9f51cfa61bbb" providerId="LiveId" clId="{2A1D80A0-ECF4-4B0B-A584-ECA9A7C39B75}" dt="2024-04-20T13:04:18.941" v="689"/>
        <pc:sldMkLst>
          <pc:docMk/>
          <pc:sldMk cId="1055826442" sldId="288"/>
        </pc:sldMkLst>
        <pc:spChg chg="add mod">
          <ac:chgData name="HARSHINI MARYADA" userId="aa8c9f51cfa61bbb" providerId="LiveId" clId="{2A1D80A0-ECF4-4B0B-A584-ECA9A7C39B75}" dt="2024-04-19T14:11:21.057" v="524" actId="571"/>
          <ac:spMkLst>
            <pc:docMk/>
            <pc:sldMk cId="1055826442" sldId="288"/>
            <ac:spMk id="2" creationId="{6B8F7188-D07B-A291-B154-A8EB594E34E1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36" creationId="{AE7A8C2B-4899-4AB1-2376-31E612DB83EA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37" creationId="{E1756DCF-90A8-FB84-269D-37215C5927A7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38" creationId="{2701390E-FDBA-F3F2-02FD-DD13ADF5FBA6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39" creationId="{86666A09-0148-A5B5-B43B-247157B6E8E2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40" creationId="{01CAA935-0A22-383E-DB2D-532C3AAC8F40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41" creationId="{95B94485-301C-0356-C82B-D17E86A5CCB9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42" creationId="{1EE2978B-E31F-4CF4-5DFA-727C973E253E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43" creationId="{79613BA8-BD2F-C805-BFD6-F727769F65C7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44" creationId="{06EE595C-FB39-625D-288B-AB844C6A26A1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45" creationId="{5F76BFE6-F97F-3FDD-8EA8-319E1EF08561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46" creationId="{F9F8A118-401F-1589-C50A-1628B2EA3364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47" creationId="{02F478E0-D7B1-A053-8CAF-2E56B6EFA2F5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48" creationId="{9B30C57D-3BAC-0EA8-BB54-F847BCD97CFC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49" creationId="{B0BAEF63-EC6F-8877-AF4F-27B2DDBCBE80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50" creationId="{336C40EF-CD26-EE24-41F6-230D576A7B3A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51" creationId="{CA0712B1-AF6E-6AEC-10B9-825F2A8026AF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52" creationId="{DA1F10B4-40C9-008E-D4C8-67E589AD59ED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53" creationId="{BBD13B3C-D7F4-CBCE-B706-9B0CECD24332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54" creationId="{B7BD0F7E-8FCF-D7F5-4BFF-CA61A09F8386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55" creationId="{09D960AC-8DCC-AFAF-ACA9-627C79FA8EE2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56" creationId="{7A0321F6-5048-3907-824D-58B1F8A3FF45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57" creationId="{0B699B23-6609-EE81-3B0E-878F0F6740E1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58" creationId="{A8110C4A-10FA-2A91-4B0D-3D2D818B5282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59" creationId="{2A5F24EB-E21D-79A5-1E3F-833A42FFE872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60" creationId="{9CFC2C2A-0202-5B07-7EE5-CF67192C153B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61" creationId="{2430BED5-9125-7335-E990-498DA8383DA1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62" creationId="{993080F5-4F67-798E-F8B4-8FC6B2E9E0C9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63" creationId="{4F6F52C3-D442-2848-A205-C42BAEE3F6CC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64" creationId="{7E711105-D5CF-AC13-1C6F-0EE3D26E9B18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65" creationId="{8EF179BC-AF90-4ADD-5CAC-705F8375F857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66" creationId="{F31DF107-20AC-3127-4827-110CD3D9C33F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67" creationId="{EEB70378-23DF-747D-76C8-A3371850A6A3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68" creationId="{06F18033-01BB-0BAE-04C5-928161CCFFB2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69" creationId="{BDFAA2E8-7CFC-BD5B-3063-A7374A2D8ADE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70" creationId="{2AA424D7-CA11-A0C6-7FF2-3361825A21CB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71" creationId="{182AFCF7-EFAB-F36A-4A23-6EA5C027A7CE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72" creationId="{68C0D1EA-7ACF-A0DF-0299-8DADCB81A08A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73" creationId="{20B2565B-218C-E5A4-6E8F-768B1B25E09E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74" creationId="{7370657C-22A0-E9E7-FBDE-386E49148389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75" creationId="{C2A9C32A-2DD7-B132-CBCC-1492C2D4F852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76" creationId="{6D6F30D8-2057-0DD1-A8F2-C17750222E85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77" creationId="{7A49788F-7C85-34E0-BC61-AC9BD12971C3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78" creationId="{5A710FD5-C613-FC9A-04A3-5993565557CE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79" creationId="{94BA3A7A-89F7-7BC6-46E2-0C4A972BB908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80" creationId="{F1A0A37E-F2FB-C72D-2711-CD12547C240C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81" creationId="{81502637-47C7-466C-B43F-814A34E22117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82" creationId="{CA98E110-A6FA-ED90-13DF-1DC219163B89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83" creationId="{79A00250-4056-4A6E-6E2A-86C6D647DADC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84" creationId="{0C7A0175-55C1-6A42-45AD-8E8AE37DEE07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85" creationId="{9F850CBE-1A20-E8E0-C755-C9D11338C2E0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86" creationId="{1B7BD76E-CBC5-758D-09FE-4353DBF305E3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87" creationId="{8EDC0C37-C694-9981-2F38-867B48A83489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88" creationId="{8DB8921B-7881-3EF5-A803-77E8DCC56D56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89" creationId="{36B25477-EBE2-5103-AB54-7231A1B97118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90" creationId="{DE7B3E93-6858-CC41-346D-F2308FD575BC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91" creationId="{AE5E5C17-7BD4-F557-5000-D0B403692A9D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92" creationId="{BEC3A5BD-AFEF-EB16-F741-224152F9CA98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93" creationId="{170409A2-D489-E7CE-63BD-48C3A29C089D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94" creationId="{C84C0C04-5B27-5A78-018A-8E28C479EFF4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95" creationId="{9C8049FF-5556-452C-BA56-7C226457000F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96" creationId="{14591A12-F1BE-B636-32B7-32886EBB418B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97" creationId="{F6B27019-279F-A207-A2F6-E18F6DAFA912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98" creationId="{9C62EF52-22E2-EB46-3685-A056D15A74A2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099" creationId="{D3117E1C-9E8A-68B5-C429-A1F965E44D84}"/>
          </ac:spMkLst>
        </pc:spChg>
        <pc:spChg chg="mod">
          <ac:chgData name="HARSHINI MARYADA" userId="aa8c9f51cfa61bbb" providerId="LiveId" clId="{2A1D80A0-ECF4-4B0B-A584-ECA9A7C39B75}" dt="2024-04-20T12:58:10.063" v="634" actId="13822"/>
          <ac:spMkLst>
            <pc:docMk/>
            <pc:sldMk cId="1055826442" sldId="288"/>
            <ac:spMk id="44100" creationId="{3D87E218-F284-9A87-7245-2AF471EECF4F}"/>
          </ac:spMkLst>
        </pc:spChg>
        <pc:grpChg chg="mod">
          <ac:chgData name="HARSHINI MARYADA" userId="aa8c9f51cfa61bbb" providerId="LiveId" clId="{2A1D80A0-ECF4-4B0B-A584-ECA9A7C39B75}" dt="2024-04-19T13:47:01.980" v="391" actId="207"/>
          <ac:grpSpMkLst>
            <pc:docMk/>
            <pc:sldMk cId="1055826442" sldId="288"/>
            <ac:grpSpMk id="44035" creationId="{FD4EDC6D-641A-599C-CDE4-E76C2595A74C}"/>
          </ac:grpSpMkLst>
        </pc:grpChg>
      </pc:sldChg>
      <pc:sldChg chg="delSp modSp mod">
        <pc:chgData name="HARSHINI MARYADA" userId="aa8c9f51cfa61bbb" providerId="LiveId" clId="{2A1D80A0-ECF4-4B0B-A584-ECA9A7C39B75}" dt="2024-04-22T12:28:21.461" v="2276" actId="21"/>
        <pc:sldMkLst>
          <pc:docMk/>
          <pc:sldMk cId="1117274992" sldId="301"/>
        </pc:sldMkLst>
        <pc:spChg chg="del mod">
          <ac:chgData name="HARSHINI MARYADA" userId="aa8c9f51cfa61bbb" providerId="LiveId" clId="{2A1D80A0-ECF4-4B0B-A584-ECA9A7C39B75}" dt="2024-04-22T12:28:21.461" v="2276" actId="21"/>
          <ac:spMkLst>
            <pc:docMk/>
            <pc:sldMk cId="1117274992" sldId="301"/>
            <ac:spMk id="47107" creationId="{06D88A1A-0351-602F-D128-1F937418449B}"/>
          </ac:spMkLst>
        </pc:spChg>
      </pc:sldChg>
      <pc:sldChg chg="addSp delSp modSp mod modTransition modAnim">
        <pc:chgData name="HARSHINI MARYADA" userId="aa8c9f51cfa61bbb" providerId="LiveId" clId="{2A1D80A0-ECF4-4B0B-A584-ECA9A7C39B75}" dt="2024-04-22T12:18:10.295" v="2121"/>
        <pc:sldMkLst>
          <pc:docMk/>
          <pc:sldMk cId="643666859" sldId="1227"/>
        </pc:sldMkLst>
        <pc:spChg chg="add mod">
          <ac:chgData name="HARSHINI MARYADA" userId="aa8c9f51cfa61bbb" providerId="LiveId" clId="{2A1D80A0-ECF4-4B0B-A584-ECA9A7C39B75}" dt="2024-04-22T11:55:52.877" v="2048"/>
          <ac:spMkLst>
            <pc:docMk/>
            <pc:sldMk cId="643666859" sldId="1227"/>
            <ac:spMk id="2" creationId="{A315F348-3526-8B8F-487C-0124B84E1BF2}"/>
          </ac:spMkLst>
        </pc:spChg>
        <pc:spChg chg="add del mod">
          <ac:chgData name="HARSHINI MARYADA" userId="aa8c9f51cfa61bbb" providerId="LiveId" clId="{2A1D80A0-ECF4-4B0B-A584-ECA9A7C39B75}" dt="2024-04-22T11:56:48.819" v="2084" actId="21"/>
          <ac:spMkLst>
            <pc:docMk/>
            <pc:sldMk cId="643666859" sldId="1227"/>
            <ac:spMk id="4" creationId="{5AE2559B-54B1-3EA8-0124-62DC8377AA64}"/>
          </ac:spMkLst>
        </pc:spChg>
        <pc:spChg chg="add del mod">
          <ac:chgData name="HARSHINI MARYADA" userId="aa8c9f51cfa61bbb" providerId="LiveId" clId="{2A1D80A0-ECF4-4B0B-A584-ECA9A7C39B75}" dt="2024-04-22T11:56:16.124" v="2069" actId="21"/>
          <ac:spMkLst>
            <pc:docMk/>
            <pc:sldMk cId="643666859" sldId="1227"/>
            <ac:spMk id="5" creationId="{00000000-0000-0000-0000-000000000000}"/>
          </ac:spMkLst>
        </pc:spChg>
        <pc:spChg chg="add mod">
          <ac:chgData name="HARSHINI MARYADA" userId="aa8c9f51cfa61bbb" providerId="LiveId" clId="{2A1D80A0-ECF4-4B0B-A584-ECA9A7C39B75}" dt="2024-04-22T11:57:04.342" v="2110" actId="20577"/>
          <ac:spMkLst>
            <pc:docMk/>
            <pc:sldMk cId="643666859" sldId="1227"/>
            <ac:spMk id="6" creationId="{673BD0E1-A631-C0F9-FB29-234FBC2B4DA4}"/>
          </ac:spMkLst>
        </pc:spChg>
        <pc:spChg chg="del mod">
          <ac:chgData name="HARSHINI MARYADA" userId="aa8c9f51cfa61bbb" providerId="LiveId" clId="{2A1D80A0-ECF4-4B0B-A584-ECA9A7C39B75}" dt="2024-04-22T11:56:00.816" v="2049" actId="21"/>
          <ac:spMkLst>
            <pc:docMk/>
            <pc:sldMk cId="643666859" sldId="1227"/>
            <ac:spMk id="1043458" creationId="{00000000-0000-0000-0000-000000000000}"/>
          </ac:spMkLst>
        </pc:spChg>
        <pc:spChg chg="mod">
          <ac:chgData name="HARSHINI MARYADA" userId="aa8c9f51cfa61bbb" providerId="LiveId" clId="{2A1D80A0-ECF4-4B0B-A584-ECA9A7C39B75}" dt="2024-04-22T11:57:46.117" v="2115" actId="207"/>
          <ac:spMkLst>
            <pc:docMk/>
            <pc:sldMk cId="643666859" sldId="1227"/>
            <ac:spMk id="1043459" creationId="{00000000-0000-0000-0000-000000000000}"/>
          </ac:spMkLst>
        </pc:spChg>
      </pc:sldChg>
      <pc:sldChg chg="addSp delSp modSp mod modTransition modAnim chgLayout">
        <pc:chgData name="HARSHINI MARYADA" userId="aa8c9f51cfa61bbb" providerId="LiveId" clId="{2A1D80A0-ECF4-4B0B-A584-ECA9A7C39B75}" dt="2024-04-21T12:28:30.507" v="1612"/>
        <pc:sldMkLst>
          <pc:docMk/>
          <pc:sldMk cId="3222179627" sldId="1228"/>
        </pc:sldMkLst>
        <pc:spChg chg="add del mod">
          <ac:chgData name="HARSHINI MARYADA" userId="aa8c9f51cfa61bbb" providerId="LiveId" clId="{2A1D80A0-ECF4-4B0B-A584-ECA9A7C39B75}" dt="2024-04-21T12:24:46.833" v="1593" actId="6264"/>
          <ac:spMkLst>
            <pc:docMk/>
            <pc:sldMk cId="3222179627" sldId="1228"/>
            <ac:spMk id="2" creationId="{17934632-14CC-3307-3823-04D22B8243C5}"/>
          </ac:spMkLst>
        </pc:spChg>
        <pc:spChg chg="add del mod ord">
          <ac:chgData name="HARSHINI MARYADA" userId="aa8c9f51cfa61bbb" providerId="LiveId" clId="{2A1D80A0-ECF4-4B0B-A584-ECA9A7C39B75}" dt="2024-04-21T12:24:46.833" v="1593" actId="6264"/>
          <ac:spMkLst>
            <pc:docMk/>
            <pc:sldMk cId="3222179627" sldId="1228"/>
            <ac:spMk id="3" creationId="{290D1804-E2D5-52EF-C49C-A1C7ECF147BF}"/>
          </ac:spMkLst>
        </pc:spChg>
        <pc:picChg chg="mod ord">
          <ac:chgData name="HARSHINI MARYADA" userId="aa8c9f51cfa61bbb" providerId="LiveId" clId="{2A1D80A0-ECF4-4B0B-A584-ECA9A7C39B75}" dt="2024-04-21T12:24:46.833" v="1593" actId="6264"/>
          <ac:picMkLst>
            <pc:docMk/>
            <pc:sldMk cId="3222179627" sldId="1228"/>
            <ac:picMk id="5" creationId="{AA4F205A-6704-9F8A-9F1D-6534E1A2683D}"/>
          </ac:picMkLst>
        </pc:picChg>
        <pc:picChg chg="mod modCrop">
          <ac:chgData name="HARSHINI MARYADA" userId="aa8c9f51cfa61bbb" providerId="LiveId" clId="{2A1D80A0-ECF4-4B0B-A584-ECA9A7C39B75}" dt="2024-04-21T12:28:30.507" v="1612"/>
          <ac:picMkLst>
            <pc:docMk/>
            <pc:sldMk cId="3222179627" sldId="1228"/>
            <ac:picMk id="8" creationId="{27F1700F-2D09-EE26-1645-FF8F77CCAA76}"/>
          </ac:picMkLst>
        </pc:picChg>
      </pc:sldChg>
      <pc:sldChg chg="modSp add mod">
        <pc:chgData name="HARSHINI MARYADA" userId="aa8c9f51cfa61bbb" providerId="LiveId" clId="{2A1D80A0-ECF4-4B0B-A584-ECA9A7C39B75}" dt="2024-04-20T14:40:32.151" v="1281" actId="1440"/>
        <pc:sldMkLst>
          <pc:docMk/>
          <pc:sldMk cId="2718161838" sldId="1229"/>
        </pc:sldMkLst>
        <pc:picChg chg="mod">
          <ac:chgData name="HARSHINI MARYADA" userId="aa8c9f51cfa61bbb" providerId="LiveId" clId="{2A1D80A0-ECF4-4B0B-A584-ECA9A7C39B75}" dt="2024-04-20T14:40:32.151" v="1281" actId="1440"/>
          <ac:picMkLst>
            <pc:docMk/>
            <pc:sldMk cId="2718161838" sldId="1229"/>
            <ac:picMk id="5" creationId="{43FE79F6-1763-E37D-007D-8949D153CFF6}"/>
          </ac:picMkLst>
        </pc:picChg>
      </pc:sldChg>
      <pc:sldChg chg="addSp modSp add mod modTransition">
        <pc:chgData name="HARSHINI MARYADA" userId="aa8c9f51cfa61bbb" providerId="LiveId" clId="{2A1D80A0-ECF4-4B0B-A584-ECA9A7C39B75}" dt="2024-04-21T12:38:15.252" v="1635" actId="208"/>
        <pc:sldMkLst>
          <pc:docMk/>
          <pc:sldMk cId="3540375598" sldId="1230"/>
        </pc:sldMkLst>
        <pc:spChg chg="add mod">
          <ac:chgData name="HARSHINI MARYADA" userId="aa8c9f51cfa61bbb" providerId="LiveId" clId="{2A1D80A0-ECF4-4B0B-A584-ECA9A7C39B75}" dt="2024-04-21T08:04:55.625" v="1321" actId="1076"/>
          <ac:spMkLst>
            <pc:docMk/>
            <pc:sldMk cId="3540375598" sldId="1230"/>
            <ac:spMk id="2" creationId="{FF350848-925C-A453-4569-75CA0754D3F9}"/>
          </ac:spMkLst>
        </pc:spChg>
        <pc:spChg chg="mod">
          <ac:chgData name="HARSHINI MARYADA" userId="aa8c9f51cfa61bbb" providerId="LiveId" clId="{2A1D80A0-ECF4-4B0B-A584-ECA9A7C39B75}" dt="2024-04-21T12:38:15.252" v="1635" actId="208"/>
          <ac:spMkLst>
            <pc:docMk/>
            <pc:sldMk cId="3540375598" sldId="1230"/>
            <ac:spMk id="129" creationId="{1A203419-D5A6-6E20-E43C-25AE565379EB}"/>
          </ac:spMkLst>
        </pc:spChg>
        <pc:spChg chg="mod">
          <ac:chgData name="HARSHINI MARYADA" userId="aa8c9f51cfa61bbb" providerId="LiveId" clId="{2A1D80A0-ECF4-4B0B-A584-ECA9A7C39B75}" dt="2024-04-21T12:38:03.957" v="1634" actId="208"/>
          <ac:spMkLst>
            <pc:docMk/>
            <pc:sldMk cId="3540375598" sldId="1230"/>
            <ac:spMk id="130" creationId="{483C4A68-5B20-0A43-EE24-CE0A7019765F}"/>
          </ac:spMkLst>
        </pc:spChg>
        <pc:spChg chg="mod">
          <ac:chgData name="HARSHINI MARYADA" userId="aa8c9f51cfa61bbb" providerId="LiveId" clId="{2A1D80A0-ECF4-4B0B-A584-ECA9A7C39B75}" dt="2024-04-21T08:05:34.390" v="1326" actId="1076"/>
          <ac:spMkLst>
            <pc:docMk/>
            <pc:sldMk cId="3540375598" sldId="1230"/>
            <ac:spMk id="132" creationId="{A0636FCD-8BE7-9051-1E48-2FE86012D5F3}"/>
          </ac:spMkLst>
        </pc:spChg>
        <pc:spChg chg="mod">
          <ac:chgData name="HARSHINI MARYADA" userId="aa8c9f51cfa61bbb" providerId="LiveId" clId="{2A1D80A0-ECF4-4B0B-A584-ECA9A7C39B75}" dt="2024-04-21T08:05:55.830" v="1328" actId="1076"/>
          <ac:spMkLst>
            <pc:docMk/>
            <pc:sldMk cId="3540375598" sldId="1230"/>
            <ac:spMk id="134" creationId="{EA69A95A-03CE-D92A-B65D-0A1C5CB5AA06}"/>
          </ac:spMkLst>
        </pc:spChg>
        <pc:picChg chg="mod">
          <ac:chgData name="HARSHINI MARYADA" userId="aa8c9f51cfa61bbb" providerId="LiveId" clId="{2A1D80A0-ECF4-4B0B-A584-ECA9A7C39B75}" dt="2024-04-20T13:23:01.119" v="776" actId="1076"/>
          <ac:picMkLst>
            <pc:docMk/>
            <pc:sldMk cId="3540375598" sldId="1230"/>
            <ac:picMk id="5" creationId="{7176763B-0FB1-DE38-A9E5-33F148CDA72E}"/>
          </ac:picMkLst>
        </pc:picChg>
      </pc:sldChg>
      <pc:sldChg chg="addSp delSp modSp add mod modTransition">
        <pc:chgData name="HARSHINI MARYADA" userId="aa8c9f51cfa61bbb" providerId="LiveId" clId="{2A1D80A0-ECF4-4B0B-A584-ECA9A7C39B75}" dt="2024-04-21T13:18:09.298" v="1826"/>
        <pc:sldMkLst>
          <pc:docMk/>
          <pc:sldMk cId="1498703225" sldId="1231"/>
        </pc:sldMkLst>
        <pc:spChg chg="del mod">
          <ac:chgData name="HARSHINI MARYADA" userId="aa8c9f51cfa61bbb" providerId="LiveId" clId="{2A1D80A0-ECF4-4B0B-A584-ECA9A7C39B75}" dt="2024-04-20T13:22:32.415" v="773" actId="21"/>
          <ac:spMkLst>
            <pc:docMk/>
            <pc:sldMk cId="1498703225" sldId="1231"/>
            <ac:spMk id="3" creationId="{BE0FA847-0054-685E-3104-282B8D48B1EB}"/>
          </ac:spMkLst>
        </pc:spChg>
        <pc:spChg chg="mod">
          <ac:chgData name="HARSHINI MARYADA" userId="aa8c9f51cfa61bbb" providerId="LiveId" clId="{2A1D80A0-ECF4-4B0B-A584-ECA9A7C39B75}" dt="2024-04-20T13:20:52.910" v="759"/>
          <ac:spMkLst>
            <pc:docMk/>
            <pc:sldMk cId="1498703225" sldId="1231"/>
            <ac:spMk id="4" creationId="{8C9D0EBC-AFD4-B16F-2A54-DB10CE0C8941}"/>
          </ac:spMkLst>
        </pc:spChg>
        <pc:spChg chg="mod">
          <ac:chgData name="HARSHINI MARYADA" userId="aa8c9f51cfa61bbb" providerId="LiveId" clId="{2A1D80A0-ECF4-4B0B-A584-ECA9A7C39B75}" dt="2024-04-20T13:21:11.703" v="763" actId="6549"/>
          <ac:spMkLst>
            <pc:docMk/>
            <pc:sldMk cId="1498703225" sldId="1231"/>
            <ac:spMk id="5" creationId="{E0414FA6-0CFF-8F48-CB89-F5351F072437}"/>
          </ac:spMkLst>
        </pc:spChg>
        <pc:spChg chg="mod">
          <ac:chgData name="HARSHINI MARYADA" userId="aa8c9f51cfa61bbb" providerId="LiveId" clId="{2A1D80A0-ECF4-4B0B-A584-ECA9A7C39B75}" dt="2024-04-20T13:20:52.910" v="759"/>
          <ac:spMkLst>
            <pc:docMk/>
            <pc:sldMk cId="1498703225" sldId="1231"/>
            <ac:spMk id="7" creationId="{C1FC05E5-A76E-62CA-2E08-E58E8B6A76C6}"/>
          </ac:spMkLst>
        </pc:spChg>
        <pc:spChg chg="mod">
          <ac:chgData name="HARSHINI MARYADA" userId="aa8c9f51cfa61bbb" providerId="LiveId" clId="{2A1D80A0-ECF4-4B0B-A584-ECA9A7C39B75}" dt="2024-04-20T13:20:52.910" v="759"/>
          <ac:spMkLst>
            <pc:docMk/>
            <pc:sldMk cId="1498703225" sldId="1231"/>
            <ac:spMk id="8" creationId="{24392900-A9AD-B571-2647-694E1DF61CC9}"/>
          </ac:spMkLst>
        </pc:spChg>
        <pc:spChg chg="add del mod">
          <ac:chgData name="HARSHINI MARYADA" userId="aa8c9f51cfa61bbb" providerId="LiveId" clId="{2A1D80A0-ECF4-4B0B-A584-ECA9A7C39B75}" dt="2024-04-20T13:21:36.608" v="766" actId="21"/>
          <ac:spMkLst>
            <pc:docMk/>
            <pc:sldMk cId="1498703225" sldId="1231"/>
            <ac:spMk id="10" creationId="{5700084F-903E-9D72-FDAA-57AD93719574}"/>
          </ac:spMkLst>
        </pc:spChg>
        <pc:spChg chg="add mod">
          <ac:chgData name="HARSHINI MARYADA" userId="aa8c9f51cfa61bbb" providerId="LiveId" clId="{2A1D80A0-ECF4-4B0B-A584-ECA9A7C39B75}" dt="2024-04-20T13:47:57.162" v="893" actId="1036"/>
          <ac:spMkLst>
            <pc:docMk/>
            <pc:sldMk cId="1498703225" sldId="1231"/>
            <ac:spMk id="12" creationId="{E27EAB30-11AB-4102-D515-1EBCA935ECDF}"/>
          </ac:spMkLst>
        </pc:spChg>
        <pc:spChg chg="add del mod">
          <ac:chgData name="HARSHINI MARYADA" userId="aa8c9f51cfa61bbb" providerId="LiveId" clId="{2A1D80A0-ECF4-4B0B-A584-ECA9A7C39B75}" dt="2024-04-20T13:22:41.254" v="775" actId="21"/>
          <ac:spMkLst>
            <pc:docMk/>
            <pc:sldMk cId="1498703225" sldId="1231"/>
            <ac:spMk id="14" creationId="{C43FEB77-42DE-70B3-3D1F-CA09C3D7BA69}"/>
          </ac:spMkLst>
        </pc:spChg>
        <pc:grpChg chg="add mod">
          <ac:chgData name="HARSHINI MARYADA" userId="aa8c9f51cfa61bbb" providerId="LiveId" clId="{2A1D80A0-ECF4-4B0B-A584-ECA9A7C39B75}" dt="2024-04-20T13:47:57.162" v="893" actId="1036"/>
          <ac:grpSpMkLst>
            <pc:docMk/>
            <pc:sldMk cId="1498703225" sldId="1231"/>
            <ac:grpSpMk id="2" creationId="{BF96CAF0-17A4-BF30-B908-8A4FF9DC5113}"/>
          </ac:grpSpMkLst>
        </pc:grpChg>
        <pc:grpChg chg="add mod">
          <ac:chgData name="HARSHINI MARYADA" userId="aa8c9f51cfa61bbb" providerId="LiveId" clId="{2A1D80A0-ECF4-4B0B-A584-ECA9A7C39B75}" dt="2024-04-20T13:47:57.162" v="893" actId="1036"/>
          <ac:grpSpMkLst>
            <pc:docMk/>
            <pc:sldMk cId="1498703225" sldId="1231"/>
            <ac:grpSpMk id="6" creationId="{835FB229-54B5-E8E7-16FB-07684F592D3D}"/>
          </ac:grpSpMkLst>
        </pc:grpChg>
      </pc:sldChg>
      <pc:sldChg chg="add modAnim">
        <pc:chgData name="HARSHINI MARYADA" userId="aa8c9f51cfa61bbb" providerId="LiveId" clId="{2A1D80A0-ECF4-4B0B-A584-ECA9A7C39B75}" dt="2024-04-21T13:46:47.537" v="1927"/>
        <pc:sldMkLst>
          <pc:docMk/>
          <pc:sldMk cId="3432406151" sldId="1232"/>
        </pc:sldMkLst>
      </pc:sldChg>
      <pc:sldChg chg="modSp mod">
        <pc:chgData name="HARSHINI MARYADA" userId="aa8c9f51cfa61bbb" providerId="LiveId" clId="{2A1D80A0-ECF4-4B0B-A584-ECA9A7C39B75}" dt="2024-04-21T12:46:27.392" v="1644" actId="1036"/>
        <pc:sldMkLst>
          <pc:docMk/>
          <pc:sldMk cId="2904989525" sldId="1391"/>
        </pc:sldMkLst>
        <pc:spChg chg="mod">
          <ac:chgData name="HARSHINI MARYADA" userId="aa8c9f51cfa61bbb" providerId="LiveId" clId="{2A1D80A0-ECF4-4B0B-A584-ECA9A7C39B75}" dt="2024-04-21T12:42:18.173" v="1637" actId="207"/>
          <ac:spMkLst>
            <pc:docMk/>
            <pc:sldMk cId="2904989525" sldId="1391"/>
            <ac:spMk id="2" creationId="{00000000-0000-0000-0000-000000000000}"/>
          </ac:spMkLst>
        </pc:spChg>
        <pc:spChg chg="mod">
          <ac:chgData name="HARSHINI MARYADA" userId="aa8c9f51cfa61bbb" providerId="LiveId" clId="{2A1D80A0-ECF4-4B0B-A584-ECA9A7C39B75}" dt="2024-04-21T12:43:48.079" v="1641" actId="207"/>
          <ac:spMkLst>
            <pc:docMk/>
            <pc:sldMk cId="2904989525" sldId="1391"/>
            <ac:spMk id="3" creationId="{00000000-0000-0000-0000-000000000000}"/>
          </ac:spMkLst>
        </pc:spChg>
        <pc:spChg chg="mod">
          <ac:chgData name="HARSHINI MARYADA" userId="aa8c9f51cfa61bbb" providerId="LiveId" clId="{2A1D80A0-ECF4-4B0B-A584-ECA9A7C39B75}" dt="2024-04-21T12:46:27.392" v="1644" actId="1036"/>
          <ac:spMkLst>
            <pc:docMk/>
            <pc:sldMk cId="2904989525" sldId="1391"/>
            <ac:spMk id="4" creationId="{00000000-0000-0000-0000-000000000000}"/>
          </ac:spMkLst>
        </pc:spChg>
        <pc:spChg chg="mod">
          <ac:chgData name="HARSHINI MARYADA" userId="aa8c9f51cfa61bbb" providerId="LiveId" clId="{2A1D80A0-ECF4-4B0B-A584-ECA9A7C39B75}" dt="2024-04-21T12:41:23.248" v="1636" actId="207"/>
          <ac:spMkLst>
            <pc:docMk/>
            <pc:sldMk cId="2904989525" sldId="1391"/>
            <ac:spMk id="41" creationId="{00000000-0000-0000-0000-000000000000}"/>
          </ac:spMkLst>
        </pc:spChg>
        <pc:spChg chg="mod">
          <ac:chgData name="HARSHINI MARYADA" userId="aa8c9f51cfa61bbb" providerId="LiveId" clId="{2A1D80A0-ECF4-4B0B-A584-ECA9A7C39B75}" dt="2024-04-21T12:45:45.632" v="1642" actId="208"/>
          <ac:spMkLst>
            <pc:docMk/>
            <pc:sldMk cId="2904989525" sldId="1391"/>
            <ac:spMk id="24585" creationId="{00000000-0000-0000-0000-000000000000}"/>
          </ac:spMkLst>
        </pc:spChg>
        <pc:spChg chg="mod">
          <ac:chgData name="HARSHINI MARYADA" userId="aa8c9f51cfa61bbb" providerId="LiveId" clId="{2A1D80A0-ECF4-4B0B-A584-ECA9A7C39B75}" dt="2024-04-21T12:45:45.632" v="1642" actId="208"/>
          <ac:spMkLst>
            <pc:docMk/>
            <pc:sldMk cId="2904989525" sldId="1391"/>
            <ac:spMk id="24588" creationId="{00000000-0000-0000-0000-000000000000}"/>
          </ac:spMkLst>
        </pc:spChg>
        <pc:spChg chg="mod">
          <ac:chgData name="HARSHINI MARYADA" userId="aa8c9f51cfa61bbb" providerId="LiveId" clId="{2A1D80A0-ECF4-4B0B-A584-ECA9A7C39B75}" dt="2024-04-21T12:45:45.632" v="1642" actId="208"/>
          <ac:spMkLst>
            <pc:docMk/>
            <pc:sldMk cId="2904989525" sldId="1391"/>
            <ac:spMk id="24589" creationId="{00000000-0000-0000-0000-000000000000}"/>
          </ac:spMkLst>
        </pc:spChg>
        <pc:spChg chg="mod">
          <ac:chgData name="HARSHINI MARYADA" userId="aa8c9f51cfa61bbb" providerId="LiveId" clId="{2A1D80A0-ECF4-4B0B-A584-ECA9A7C39B75}" dt="2024-04-21T12:45:45.632" v="1642" actId="208"/>
          <ac:spMkLst>
            <pc:docMk/>
            <pc:sldMk cId="2904989525" sldId="1391"/>
            <ac:spMk id="24590" creationId="{00000000-0000-0000-0000-000000000000}"/>
          </ac:spMkLst>
        </pc:spChg>
      </pc:sldChg>
      <pc:sldChg chg="addSp delSp modSp mod">
        <pc:chgData name="HARSHINI MARYADA" userId="aa8c9f51cfa61bbb" providerId="LiveId" clId="{2A1D80A0-ECF4-4B0B-A584-ECA9A7C39B75}" dt="2024-04-22T06:42:14.324" v="2015" actId="21"/>
        <pc:sldMkLst>
          <pc:docMk/>
          <pc:sldMk cId="3369985935" sldId="1392"/>
        </pc:sldMkLst>
        <pc:spChg chg="add del mod">
          <ac:chgData name="HARSHINI MARYADA" userId="aa8c9f51cfa61bbb" providerId="LiveId" clId="{2A1D80A0-ECF4-4B0B-A584-ECA9A7C39B75}" dt="2024-04-22T06:42:14.324" v="2015" actId="21"/>
          <ac:spMkLst>
            <pc:docMk/>
            <pc:sldMk cId="3369985935" sldId="1392"/>
            <ac:spMk id="5" creationId="{ACE48F31-087C-682E-1D72-AFBAEBDA7042}"/>
          </ac:spMkLst>
        </pc:spChg>
        <pc:spChg chg="mod">
          <ac:chgData name="HARSHINI MARYADA" userId="aa8c9f51cfa61bbb" providerId="LiveId" clId="{2A1D80A0-ECF4-4B0B-A584-ECA9A7C39B75}" dt="2024-04-21T12:42:41.520" v="1639" actId="207"/>
          <ac:spMkLst>
            <pc:docMk/>
            <pc:sldMk cId="3369985935" sldId="1392"/>
            <ac:spMk id="26" creationId="{00000000-0000-0000-0000-000000000000}"/>
          </ac:spMkLst>
        </pc:spChg>
        <pc:spChg chg="mod">
          <ac:chgData name="HARSHINI MARYADA" userId="aa8c9f51cfa61bbb" providerId="LiveId" clId="{2A1D80A0-ECF4-4B0B-A584-ECA9A7C39B75}" dt="2024-04-21T12:42:33.659" v="1638" actId="207"/>
          <ac:spMkLst>
            <pc:docMk/>
            <pc:sldMk cId="3369985935" sldId="1392"/>
            <ac:spMk id="30" creationId="{00000000-0000-0000-0000-000000000000}"/>
          </ac:spMkLst>
        </pc:spChg>
        <pc:spChg chg="mod">
          <ac:chgData name="HARSHINI MARYADA" userId="aa8c9f51cfa61bbb" providerId="LiveId" clId="{2A1D80A0-ECF4-4B0B-A584-ECA9A7C39B75}" dt="2024-04-20T12:40:02.303" v="600" actId="207"/>
          <ac:spMkLst>
            <pc:docMk/>
            <pc:sldMk cId="3369985935" sldId="1392"/>
            <ac:spMk id="45" creationId="{8C7C5B8F-1A43-4CAD-421E-C1E3B1A339B1}"/>
          </ac:spMkLst>
        </pc:spChg>
        <pc:spChg chg="mod">
          <ac:chgData name="HARSHINI MARYADA" userId="aa8c9f51cfa61bbb" providerId="LiveId" clId="{2A1D80A0-ECF4-4B0B-A584-ECA9A7C39B75}" dt="2024-04-21T12:47:51.314" v="1646" actId="208"/>
          <ac:spMkLst>
            <pc:docMk/>
            <pc:sldMk cId="3369985935" sldId="1392"/>
            <ac:spMk id="24585" creationId="{00000000-0000-0000-0000-000000000000}"/>
          </ac:spMkLst>
        </pc:spChg>
        <pc:spChg chg="mod">
          <ac:chgData name="HARSHINI MARYADA" userId="aa8c9f51cfa61bbb" providerId="LiveId" clId="{2A1D80A0-ECF4-4B0B-A584-ECA9A7C39B75}" dt="2024-04-21T12:47:51.314" v="1646" actId="208"/>
          <ac:spMkLst>
            <pc:docMk/>
            <pc:sldMk cId="3369985935" sldId="1392"/>
            <ac:spMk id="24588" creationId="{00000000-0000-0000-0000-000000000000}"/>
          </ac:spMkLst>
        </pc:spChg>
        <pc:spChg chg="mod">
          <ac:chgData name="HARSHINI MARYADA" userId="aa8c9f51cfa61bbb" providerId="LiveId" clId="{2A1D80A0-ECF4-4B0B-A584-ECA9A7C39B75}" dt="2024-04-21T12:47:51.314" v="1646" actId="208"/>
          <ac:spMkLst>
            <pc:docMk/>
            <pc:sldMk cId="3369985935" sldId="1392"/>
            <ac:spMk id="24589" creationId="{00000000-0000-0000-0000-000000000000}"/>
          </ac:spMkLst>
        </pc:spChg>
        <pc:spChg chg="mod">
          <ac:chgData name="HARSHINI MARYADA" userId="aa8c9f51cfa61bbb" providerId="LiveId" clId="{2A1D80A0-ECF4-4B0B-A584-ECA9A7C39B75}" dt="2024-04-21T12:47:51.314" v="1646" actId="208"/>
          <ac:spMkLst>
            <pc:docMk/>
            <pc:sldMk cId="3369985935" sldId="1392"/>
            <ac:spMk id="24590" creationId="{00000000-0000-0000-0000-000000000000}"/>
          </ac:spMkLst>
        </pc:spChg>
      </pc:sldChg>
      <pc:sldChg chg="modSp mod">
        <pc:chgData name="HARSHINI MARYADA" userId="aa8c9f51cfa61bbb" providerId="LiveId" clId="{2A1D80A0-ECF4-4B0B-A584-ECA9A7C39B75}" dt="2024-04-20T13:46:59.475" v="889" actId="14100"/>
        <pc:sldMkLst>
          <pc:docMk/>
          <pc:sldMk cId="462761395" sldId="1393"/>
        </pc:sldMkLst>
        <pc:spChg chg="mod">
          <ac:chgData name="HARSHINI MARYADA" userId="aa8c9f51cfa61bbb" providerId="LiveId" clId="{2A1D80A0-ECF4-4B0B-A584-ECA9A7C39B75}" dt="2024-04-20T13:46:59.475" v="889" actId="14100"/>
          <ac:spMkLst>
            <pc:docMk/>
            <pc:sldMk cId="462761395" sldId="1393"/>
            <ac:spMk id="3" creationId="{23A9AEC5-6396-63E9-024F-17C443E328B2}"/>
          </ac:spMkLst>
        </pc:spChg>
      </pc:sldChg>
      <pc:sldChg chg="modSp mod modTransition">
        <pc:chgData name="HARSHINI MARYADA" userId="aa8c9f51cfa61bbb" providerId="LiveId" clId="{2A1D80A0-ECF4-4B0B-A584-ECA9A7C39B75}" dt="2024-04-21T13:16:46.594" v="1823"/>
        <pc:sldMkLst>
          <pc:docMk/>
          <pc:sldMk cId="251393" sldId="1394"/>
        </pc:sldMkLst>
        <pc:spChg chg="mod">
          <ac:chgData name="HARSHINI MARYADA" userId="aa8c9f51cfa61bbb" providerId="LiveId" clId="{2A1D80A0-ECF4-4B0B-A584-ECA9A7C39B75}" dt="2024-04-20T14:30:04.302" v="1182" actId="1036"/>
          <ac:spMkLst>
            <pc:docMk/>
            <pc:sldMk cId="251393" sldId="1394"/>
            <ac:spMk id="2" creationId="{B718910F-82D0-5A95-E236-4F009702ED89}"/>
          </ac:spMkLst>
        </pc:spChg>
        <pc:spChg chg="mod">
          <ac:chgData name="HARSHINI MARYADA" userId="aa8c9f51cfa61bbb" providerId="LiveId" clId="{2A1D80A0-ECF4-4B0B-A584-ECA9A7C39B75}" dt="2024-04-20T14:25:46.623" v="1139" actId="255"/>
          <ac:spMkLst>
            <pc:docMk/>
            <pc:sldMk cId="251393" sldId="1394"/>
            <ac:spMk id="3" creationId="{41852060-30F6-B846-40AB-767FF794BE9A}"/>
          </ac:spMkLst>
        </pc:spChg>
      </pc:sldChg>
      <pc:sldChg chg="modSp mod modTransition modAnim">
        <pc:chgData name="HARSHINI MARYADA" userId="aa8c9f51cfa61bbb" providerId="LiveId" clId="{2A1D80A0-ECF4-4B0B-A584-ECA9A7C39B75}" dt="2024-04-22T06:33:55.932" v="1981" actId="20577"/>
        <pc:sldMkLst>
          <pc:docMk/>
          <pc:sldMk cId="2636875500" sldId="1395"/>
        </pc:sldMkLst>
        <pc:spChg chg="mod">
          <ac:chgData name="HARSHINI MARYADA" userId="aa8c9f51cfa61bbb" providerId="LiveId" clId="{2A1D80A0-ECF4-4B0B-A584-ECA9A7C39B75}" dt="2024-04-22T06:33:29.698" v="1965" actId="20577"/>
          <ac:spMkLst>
            <pc:docMk/>
            <pc:sldMk cId="2636875500" sldId="1395"/>
            <ac:spMk id="2" creationId="{BF87206A-4C57-F6F0-8463-B18742595C27}"/>
          </ac:spMkLst>
        </pc:spChg>
        <pc:spChg chg="mod">
          <ac:chgData name="HARSHINI MARYADA" userId="aa8c9f51cfa61bbb" providerId="LiveId" clId="{2A1D80A0-ECF4-4B0B-A584-ECA9A7C39B75}" dt="2024-04-22T06:33:55.932" v="1981" actId="20577"/>
          <ac:spMkLst>
            <pc:docMk/>
            <pc:sldMk cId="2636875500" sldId="1395"/>
            <ac:spMk id="3" creationId="{EAD7CDEE-3C87-0033-C825-AA1DE5958F73}"/>
          </ac:spMkLst>
        </pc:spChg>
        <pc:spChg chg="mod">
          <ac:chgData name="HARSHINI MARYADA" userId="aa8c9f51cfa61bbb" providerId="LiveId" clId="{2A1D80A0-ECF4-4B0B-A584-ECA9A7C39B75}" dt="2024-04-20T14:34:30.535" v="1272" actId="1076"/>
          <ac:spMkLst>
            <pc:docMk/>
            <pc:sldMk cId="2636875500" sldId="1395"/>
            <ac:spMk id="4" creationId="{9BED34AE-1C21-1356-DAFE-EAEB3FB2D301}"/>
          </ac:spMkLst>
        </pc:spChg>
      </pc:sldChg>
      <pc:sldChg chg="addSp delSp modSp mod modTransition">
        <pc:chgData name="HARSHINI MARYADA" userId="aa8c9f51cfa61bbb" providerId="LiveId" clId="{2A1D80A0-ECF4-4B0B-A584-ECA9A7C39B75}" dt="2024-04-22T06:37:15.067" v="2012" actId="21"/>
        <pc:sldMkLst>
          <pc:docMk/>
          <pc:sldMk cId="3006122011" sldId="1397"/>
        </pc:sldMkLst>
        <pc:spChg chg="del mod">
          <ac:chgData name="HARSHINI MARYADA" userId="aa8c9f51cfa61bbb" providerId="LiveId" clId="{2A1D80A0-ECF4-4B0B-A584-ECA9A7C39B75}" dt="2024-04-22T06:37:15.067" v="2012" actId="21"/>
          <ac:spMkLst>
            <pc:docMk/>
            <pc:sldMk cId="3006122011" sldId="1397"/>
            <ac:spMk id="2" creationId="{1B32FE44-C994-0E06-7C48-4BC84D3F2D13}"/>
          </ac:spMkLst>
        </pc:spChg>
        <pc:spChg chg="del mod">
          <ac:chgData name="HARSHINI MARYADA" userId="aa8c9f51cfa61bbb" providerId="LiveId" clId="{2A1D80A0-ECF4-4B0B-A584-ECA9A7C39B75}" dt="2024-04-20T13:49:51.570" v="905" actId="21"/>
          <ac:spMkLst>
            <pc:docMk/>
            <pc:sldMk cId="3006122011" sldId="1397"/>
            <ac:spMk id="3" creationId="{C6303423-88DC-8A8C-5750-AD149EF05CFE}"/>
          </ac:spMkLst>
        </pc:spChg>
        <pc:spChg chg="mod">
          <ac:chgData name="HARSHINI MARYADA" userId="aa8c9f51cfa61bbb" providerId="LiveId" clId="{2A1D80A0-ECF4-4B0B-A584-ECA9A7C39B75}" dt="2024-04-20T13:48:03.332" v="894"/>
          <ac:spMkLst>
            <pc:docMk/>
            <pc:sldMk cId="3006122011" sldId="1397"/>
            <ac:spMk id="5" creationId="{7F211C8C-0309-D348-AD77-5C492A03418A}"/>
          </ac:spMkLst>
        </pc:spChg>
        <pc:spChg chg="mod">
          <ac:chgData name="HARSHINI MARYADA" userId="aa8c9f51cfa61bbb" providerId="LiveId" clId="{2A1D80A0-ECF4-4B0B-A584-ECA9A7C39B75}" dt="2024-04-20T13:48:03.332" v="894"/>
          <ac:spMkLst>
            <pc:docMk/>
            <pc:sldMk cId="3006122011" sldId="1397"/>
            <ac:spMk id="6" creationId="{C8B7E010-1CC4-6F12-6D02-942279CCE8F9}"/>
          </ac:spMkLst>
        </pc:spChg>
        <pc:spChg chg="mod">
          <ac:chgData name="HARSHINI MARYADA" userId="aa8c9f51cfa61bbb" providerId="LiveId" clId="{2A1D80A0-ECF4-4B0B-A584-ECA9A7C39B75}" dt="2024-04-20T13:48:03.332" v="894"/>
          <ac:spMkLst>
            <pc:docMk/>
            <pc:sldMk cId="3006122011" sldId="1397"/>
            <ac:spMk id="8" creationId="{1F7E7D90-4E86-331A-15D8-0C96A2060563}"/>
          </ac:spMkLst>
        </pc:spChg>
        <pc:spChg chg="mod">
          <ac:chgData name="HARSHINI MARYADA" userId="aa8c9f51cfa61bbb" providerId="LiveId" clId="{2A1D80A0-ECF4-4B0B-A584-ECA9A7C39B75}" dt="2024-04-20T13:48:03.332" v="894"/>
          <ac:spMkLst>
            <pc:docMk/>
            <pc:sldMk cId="3006122011" sldId="1397"/>
            <ac:spMk id="9" creationId="{B87BAF0C-21E3-3A0C-0BED-7E990EA2A632}"/>
          </ac:spMkLst>
        </pc:spChg>
        <pc:spChg chg="add del mod">
          <ac:chgData name="HARSHINI MARYADA" userId="aa8c9f51cfa61bbb" providerId="LiveId" clId="{2A1D80A0-ECF4-4B0B-A584-ECA9A7C39B75}" dt="2024-04-20T13:48:34.272" v="899" actId="21"/>
          <ac:spMkLst>
            <pc:docMk/>
            <pc:sldMk cId="3006122011" sldId="1397"/>
            <ac:spMk id="10" creationId="{4FF27EC9-9156-CAA9-E5B2-FB58FD27C5DE}"/>
          </ac:spMkLst>
        </pc:spChg>
        <pc:spChg chg="del mod topLvl">
          <ac:chgData name="HARSHINI MARYADA" userId="aa8c9f51cfa61bbb" providerId="LiveId" clId="{2A1D80A0-ECF4-4B0B-A584-ECA9A7C39B75}" dt="2024-04-20T13:50:36.972" v="911" actId="21"/>
          <ac:spMkLst>
            <pc:docMk/>
            <pc:sldMk cId="3006122011" sldId="1397"/>
            <ac:spMk id="12" creationId="{5F7096F5-B145-4E95-8D4C-9D6738FD6DE6}"/>
          </ac:spMkLst>
        </pc:spChg>
        <pc:spChg chg="del mod topLvl">
          <ac:chgData name="HARSHINI MARYADA" userId="aa8c9f51cfa61bbb" providerId="LiveId" clId="{2A1D80A0-ECF4-4B0B-A584-ECA9A7C39B75}" dt="2024-04-20T13:50:33.862" v="910" actId="21"/>
          <ac:spMkLst>
            <pc:docMk/>
            <pc:sldMk cId="3006122011" sldId="1397"/>
            <ac:spMk id="13" creationId="{236A60D6-5553-12ED-0326-2BDDD7F230EE}"/>
          </ac:spMkLst>
        </pc:spChg>
        <pc:spChg chg="mod">
          <ac:chgData name="HARSHINI MARYADA" userId="aa8c9f51cfa61bbb" providerId="LiveId" clId="{2A1D80A0-ECF4-4B0B-A584-ECA9A7C39B75}" dt="2024-04-20T13:48:59.005" v="900"/>
          <ac:spMkLst>
            <pc:docMk/>
            <pc:sldMk cId="3006122011" sldId="1397"/>
            <ac:spMk id="15" creationId="{BD07B578-F332-CCC8-9B4A-DB4B5D78A3DD}"/>
          </ac:spMkLst>
        </pc:spChg>
        <pc:spChg chg="mod">
          <ac:chgData name="HARSHINI MARYADA" userId="aa8c9f51cfa61bbb" providerId="LiveId" clId="{2A1D80A0-ECF4-4B0B-A584-ECA9A7C39B75}" dt="2024-04-20T13:48:59.005" v="900"/>
          <ac:spMkLst>
            <pc:docMk/>
            <pc:sldMk cId="3006122011" sldId="1397"/>
            <ac:spMk id="16" creationId="{CB25CE2C-2C70-2B21-5C9A-7FF50ABBD4DF}"/>
          </ac:spMkLst>
        </pc:spChg>
        <pc:spChg chg="add del mod">
          <ac:chgData name="HARSHINI MARYADA" userId="aa8c9f51cfa61bbb" providerId="LiveId" clId="{2A1D80A0-ECF4-4B0B-A584-ECA9A7C39B75}" dt="2024-04-20T13:49:59.423" v="906" actId="21"/>
          <ac:spMkLst>
            <pc:docMk/>
            <pc:sldMk cId="3006122011" sldId="1397"/>
            <ac:spMk id="18" creationId="{E7227513-00AB-D088-9938-6B7CD3E13753}"/>
          </ac:spMkLst>
        </pc:spChg>
        <pc:spChg chg="mod">
          <ac:chgData name="HARSHINI MARYADA" userId="aa8c9f51cfa61bbb" providerId="LiveId" clId="{2A1D80A0-ECF4-4B0B-A584-ECA9A7C39B75}" dt="2024-04-20T13:50:19.821" v="907"/>
          <ac:spMkLst>
            <pc:docMk/>
            <pc:sldMk cId="3006122011" sldId="1397"/>
            <ac:spMk id="20" creationId="{47EC90BE-D1E2-AD08-36B2-A1F4E13D3839}"/>
          </ac:spMkLst>
        </pc:spChg>
        <pc:spChg chg="mod">
          <ac:chgData name="HARSHINI MARYADA" userId="aa8c9f51cfa61bbb" providerId="LiveId" clId="{2A1D80A0-ECF4-4B0B-A584-ECA9A7C39B75}" dt="2024-04-20T13:50:19.821" v="907"/>
          <ac:spMkLst>
            <pc:docMk/>
            <pc:sldMk cId="3006122011" sldId="1397"/>
            <ac:spMk id="21" creationId="{708223A9-DC14-BE4A-825E-0F08B6D1F22C}"/>
          </ac:spMkLst>
        </pc:spChg>
        <pc:spChg chg="mod">
          <ac:chgData name="HARSHINI MARYADA" userId="aa8c9f51cfa61bbb" providerId="LiveId" clId="{2A1D80A0-ECF4-4B0B-A584-ECA9A7C39B75}" dt="2024-04-20T13:50:19.821" v="907"/>
          <ac:spMkLst>
            <pc:docMk/>
            <pc:sldMk cId="3006122011" sldId="1397"/>
            <ac:spMk id="23" creationId="{69A940F2-22EC-C417-48C7-F7D95E63F984}"/>
          </ac:spMkLst>
        </pc:spChg>
        <pc:spChg chg="mod">
          <ac:chgData name="HARSHINI MARYADA" userId="aa8c9f51cfa61bbb" providerId="LiveId" clId="{2A1D80A0-ECF4-4B0B-A584-ECA9A7C39B75}" dt="2024-04-20T13:50:19.821" v="907"/>
          <ac:spMkLst>
            <pc:docMk/>
            <pc:sldMk cId="3006122011" sldId="1397"/>
            <ac:spMk id="24" creationId="{AE02D73D-82E6-6A0E-B5A1-1A8E458A362F}"/>
          </ac:spMkLst>
        </pc:spChg>
        <pc:grpChg chg="add del mod">
          <ac:chgData name="HARSHINI MARYADA" userId="aa8c9f51cfa61bbb" providerId="LiveId" clId="{2A1D80A0-ECF4-4B0B-A584-ECA9A7C39B75}" dt="2024-04-20T13:48:27.159" v="897" actId="478"/>
          <ac:grpSpMkLst>
            <pc:docMk/>
            <pc:sldMk cId="3006122011" sldId="1397"/>
            <ac:grpSpMk id="4" creationId="{D40D169B-3A17-E6B8-EBDD-0178A8B16052}"/>
          </ac:grpSpMkLst>
        </pc:grpChg>
        <pc:grpChg chg="add del mod">
          <ac:chgData name="HARSHINI MARYADA" userId="aa8c9f51cfa61bbb" providerId="LiveId" clId="{2A1D80A0-ECF4-4B0B-A584-ECA9A7C39B75}" dt="2024-04-20T13:48:19.297" v="896" actId="21"/>
          <ac:grpSpMkLst>
            <pc:docMk/>
            <pc:sldMk cId="3006122011" sldId="1397"/>
            <ac:grpSpMk id="7" creationId="{EED1AA10-B784-3183-0165-8778681AA5A3}"/>
          </ac:grpSpMkLst>
        </pc:grpChg>
        <pc:grpChg chg="add del mod">
          <ac:chgData name="HARSHINI MARYADA" userId="aa8c9f51cfa61bbb" providerId="LiveId" clId="{2A1D80A0-ECF4-4B0B-A584-ECA9A7C39B75}" dt="2024-04-20T13:50:33.862" v="910" actId="21"/>
          <ac:grpSpMkLst>
            <pc:docMk/>
            <pc:sldMk cId="3006122011" sldId="1397"/>
            <ac:grpSpMk id="11" creationId="{B0E2D3BA-3B11-794C-D29F-694567563D46}"/>
          </ac:grpSpMkLst>
        </pc:grpChg>
        <pc:grpChg chg="add del mod">
          <ac:chgData name="HARSHINI MARYADA" userId="aa8c9f51cfa61bbb" providerId="LiveId" clId="{2A1D80A0-ECF4-4B0B-A584-ECA9A7C39B75}" dt="2024-04-20T13:50:28.008" v="909" actId="21"/>
          <ac:grpSpMkLst>
            <pc:docMk/>
            <pc:sldMk cId="3006122011" sldId="1397"/>
            <ac:grpSpMk id="14" creationId="{D5F75B24-6405-BCC4-BD8F-664FD6951804}"/>
          </ac:grpSpMkLst>
        </pc:grpChg>
        <pc:grpChg chg="add mod">
          <ac:chgData name="HARSHINI MARYADA" userId="aa8c9f51cfa61bbb" providerId="LiveId" clId="{2A1D80A0-ECF4-4B0B-A584-ECA9A7C39B75}" dt="2024-04-20T13:50:50.474" v="913" actId="1076"/>
          <ac:grpSpMkLst>
            <pc:docMk/>
            <pc:sldMk cId="3006122011" sldId="1397"/>
            <ac:grpSpMk id="19" creationId="{8C438379-7354-5DC0-03D1-92E0099DD2CC}"/>
          </ac:grpSpMkLst>
        </pc:grpChg>
        <pc:grpChg chg="add mod">
          <ac:chgData name="HARSHINI MARYADA" userId="aa8c9f51cfa61bbb" providerId="LiveId" clId="{2A1D80A0-ECF4-4B0B-A584-ECA9A7C39B75}" dt="2024-04-20T13:50:50.474" v="913" actId="1076"/>
          <ac:grpSpMkLst>
            <pc:docMk/>
            <pc:sldMk cId="3006122011" sldId="1397"/>
            <ac:grpSpMk id="22" creationId="{09C85EF0-6582-9EE9-4776-F671D4513824}"/>
          </ac:grpSpMkLst>
        </pc:grpChg>
      </pc:sldChg>
      <pc:sldChg chg="modSp mod modTransition">
        <pc:chgData name="HARSHINI MARYADA" userId="aa8c9f51cfa61bbb" providerId="LiveId" clId="{2A1D80A0-ECF4-4B0B-A584-ECA9A7C39B75}" dt="2024-04-21T12:31:32.792" v="1618"/>
        <pc:sldMkLst>
          <pc:docMk/>
          <pc:sldMk cId="285488135" sldId="1401"/>
        </pc:sldMkLst>
        <pc:spChg chg="mod">
          <ac:chgData name="HARSHINI MARYADA" userId="aa8c9f51cfa61bbb" providerId="LiveId" clId="{2A1D80A0-ECF4-4B0B-A584-ECA9A7C39B75}" dt="2024-04-20T14:15:43.248" v="1072" actId="1076"/>
          <ac:spMkLst>
            <pc:docMk/>
            <pc:sldMk cId="285488135" sldId="1401"/>
            <ac:spMk id="2" creationId="{D6E2823F-5497-8783-9080-AE7049C449E0}"/>
          </ac:spMkLst>
        </pc:spChg>
      </pc:sldChg>
      <pc:sldChg chg="modSp mod modTransition">
        <pc:chgData name="HARSHINI MARYADA" userId="aa8c9f51cfa61bbb" providerId="LiveId" clId="{2A1D80A0-ECF4-4B0B-A584-ECA9A7C39B75}" dt="2024-04-21T12:12:59.163" v="1548"/>
        <pc:sldMkLst>
          <pc:docMk/>
          <pc:sldMk cId="696816322" sldId="1408"/>
        </pc:sldMkLst>
        <pc:spChg chg="mod">
          <ac:chgData name="HARSHINI MARYADA" userId="aa8c9f51cfa61bbb" providerId="LiveId" clId="{2A1D80A0-ECF4-4B0B-A584-ECA9A7C39B75}" dt="2024-04-20T14:41:38.433" v="1303" actId="1076"/>
          <ac:spMkLst>
            <pc:docMk/>
            <pc:sldMk cId="696816322" sldId="1408"/>
            <ac:spMk id="2" creationId="{B5E1C5D1-4973-48C6-8142-ECC9C3FFB916}"/>
          </ac:spMkLst>
        </pc:spChg>
      </pc:sldChg>
      <pc:sldChg chg="modSp mod modTransition">
        <pc:chgData name="HARSHINI MARYADA" userId="aa8c9f51cfa61bbb" providerId="LiveId" clId="{2A1D80A0-ECF4-4B0B-A584-ECA9A7C39B75}" dt="2024-04-20T13:54:59.584" v="936"/>
        <pc:sldMkLst>
          <pc:docMk/>
          <pc:sldMk cId="2557058399" sldId="1409"/>
        </pc:sldMkLst>
        <pc:spChg chg="mod">
          <ac:chgData name="HARSHINI MARYADA" userId="aa8c9f51cfa61bbb" providerId="LiveId" clId="{2A1D80A0-ECF4-4B0B-A584-ECA9A7C39B75}" dt="2024-04-19T13:39:03.252" v="351" actId="255"/>
          <ac:spMkLst>
            <pc:docMk/>
            <pc:sldMk cId="2557058399" sldId="1409"/>
            <ac:spMk id="3" creationId="{D8D5747E-84C7-D739-1726-BA9604730F9F}"/>
          </ac:spMkLst>
        </pc:spChg>
      </pc:sldChg>
      <pc:sldChg chg="modSp mod">
        <pc:chgData name="HARSHINI MARYADA" userId="aa8c9f51cfa61bbb" providerId="LiveId" clId="{2A1D80A0-ECF4-4B0B-A584-ECA9A7C39B75}" dt="2024-04-19T13:59:21.287" v="502" actId="207"/>
        <pc:sldMkLst>
          <pc:docMk/>
          <pc:sldMk cId="631615517" sldId="1412"/>
        </pc:sldMkLst>
        <pc:spChg chg="mod">
          <ac:chgData name="HARSHINI MARYADA" userId="aa8c9f51cfa61bbb" providerId="LiveId" clId="{2A1D80A0-ECF4-4B0B-A584-ECA9A7C39B75}" dt="2024-04-19T13:59:21.287" v="502" actId="207"/>
          <ac:spMkLst>
            <pc:docMk/>
            <pc:sldMk cId="631615517" sldId="1412"/>
            <ac:spMk id="3" creationId="{8FE15A22-DDF5-CE2C-34CE-BE9D842F4E44}"/>
          </ac:spMkLst>
        </pc:spChg>
      </pc:sldChg>
      <pc:sldChg chg="modSp mod modTransition modAnim">
        <pc:chgData name="HARSHINI MARYADA" userId="aa8c9f51cfa61bbb" providerId="LiveId" clId="{2A1D80A0-ECF4-4B0B-A584-ECA9A7C39B75}" dt="2024-04-20T14:02:18.976" v="1008"/>
        <pc:sldMkLst>
          <pc:docMk/>
          <pc:sldMk cId="1552476604" sldId="1414"/>
        </pc:sldMkLst>
        <pc:picChg chg="mod">
          <ac:chgData name="HARSHINI MARYADA" userId="aa8c9f51cfa61bbb" providerId="LiveId" clId="{2A1D80A0-ECF4-4B0B-A584-ECA9A7C39B75}" dt="2024-04-20T13:08:24.672" v="694" actId="14861"/>
          <ac:picMkLst>
            <pc:docMk/>
            <pc:sldMk cId="1552476604" sldId="1414"/>
            <ac:picMk id="5" creationId="{7E3EF846-E0DF-40B7-9799-E9E4F64CC53C}"/>
          </ac:picMkLst>
        </pc:picChg>
      </pc:sldChg>
      <pc:sldChg chg="addSp delSp modSp del mod ord modTransition">
        <pc:chgData name="HARSHINI MARYADA" userId="aa8c9f51cfa61bbb" providerId="LiveId" clId="{2A1D80A0-ECF4-4B0B-A584-ECA9A7C39B75}" dt="2024-04-21T13:40:08.121" v="1909" actId="2696"/>
        <pc:sldMkLst>
          <pc:docMk/>
          <pc:sldMk cId="1481343071" sldId="1415"/>
        </pc:sldMkLst>
        <pc:spChg chg="del mod">
          <ac:chgData name="HARSHINI MARYADA" userId="aa8c9f51cfa61bbb" providerId="LiveId" clId="{2A1D80A0-ECF4-4B0B-A584-ECA9A7C39B75}" dt="2024-04-21T08:12:18.363" v="1403" actId="21"/>
          <ac:spMkLst>
            <pc:docMk/>
            <pc:sldMk cId="1481343071" sldId="1415"/>
            <ac:spMk id="3" creationId="{46E8C54F-027F-EAF6-7128-580F76F0F7A5}"/>
          </ac:spMkLst>
        </pc:spChg>
        <pc:spChg chg="add del mod">
          <ac:chgData name="HARSHINI MARYADA" userId="aa8c9f51cfa61bbb" providerId="LiveId" clId="{2A1D80A0-ECF4-4B0B-A584-ECA9A7C39B75}" dt="2024-04-21T08:12:22.268" v="1404" actId="21"/>
          <ac:spMkLst>
            <pc:docMk/>
            <pc:sldMk cId="1481343071" sldId="1415"/>
            <ac:spMk id="5" creationId="{0173B8FA-D1CC-5289-0DCC-347C067CBC92}"/>
          </ac:spMkLst>
        </pc:spChg>
        <pc:spChg chg="add mod">
          <ac:chgData name="HARSHINI MARYADA" userId="aa8c9f51cfa61bbb" providerId="LiveId" clId="{2A1D80A0-ECF4-4B0B-A584-ECA9A7C39B75}" dt="2024-04-21T12:51:23.915" v="1647" actId="113"/>
          <ac:spMkLst>
            <pc:docMk/>
            <pc:sldMk cId="1481343071" sldId="1415"/>
            <ac:spMk id="6" creationId="{9F391224-F793-6E04-862B-536B7DC3D03F}"/>
          </ac:spMkLst>
        </pc:spChg>
        <pc:spChg chg="add mod">
          <ac:chgData name="HARSHINI MARYADA" userId="aa8c9f51cfa61bbb" providerId="LiveId" clId="{2A1D80A0-ECF4-4B0B-A584-ECA9A7C39B75}" dt="2024-04-21T08:19:42.596" v="1538" actId="255"/>
          <ac:spMkLst>
            <pc:docMk/>
            <pc:sldMk cId="1481343071" sldId="1415"/>
            <ac:spMk id="7" creationId="{CA2CAB0D-6EB9-ADB4-ED91-4119E61E3B92}"/>
          </ac:spMkLst>
        </pc:spChg>
        <pc:spChg chg="add mod">
          <ac:chgData name="HARSHINI MARYADA" userId="aa8c9f51cfa61bbb" providerId="LiveId" clId="{2A1D80A0-ECF4-4B0B-A584-ECA9A7C39B75}" dt="2024-04-21T08:20:31.747" v="1541" actId="1076"/>
          <ac:spMkLst>
            <pc:docMk/>
            <pc:sldMk cId="1481343071" sldId="1415"/>
            <ac:spMk id="9" creationId="{CAA146FC-047B-3A22-F42D-6F0CA2E35B1D}"/>
          </ac:spMkLst>
        </pc:spChg>
        <pc:picChg chg="add del">
          <ac:chgData name="HARSHINI MARYADA" userId="aa8c9f51cfa61bbb" providerId="LiveId" clId="{2A1D80A0-ECF4-4B0B-A584-ECA9A7C39B75}" dt="2024-04-21T08:08:31.994" v="1350" actId="21"/>
          <ac:picMkLst>
            <pc:docMk/>
            <pc:sldMk cId="1481343071" sldId="1415"/>
            <ac:picMk id="2" creationId="{15881EEF-750C-69DF-F68C-725E99175DAD}"/>
          </ac:picMkLst>
        </pc:picChg>
        <pc:picChg chg="add mod">
          <ac:chgData name="HARSHINI MARYADA" userId="aa8c9f51cfa61bbb" providerId="LiveId" clId="{2A1D80A0-ECF4-4B0B-A584-ECA9A7C39B75}" dt="2024-04-21T08:24:01.172" v="1547" actId="14100"/>
          <ac:picMkLst>
            <pc:docMk/>
            <pc:sldMk cId="1481343071" sldId="1415"/>
            <ac:picMk id="8" creationId="{E14E5598-3428-42EA-14C6-964D2C787149}"/>
          </ac:picMkLst>
        </pc:picChg>
      </pc:sldChg>
      <pc:sldChg chg="addSp delSp modSp mod modTransition">
        <pc:chgData name="HARSHINI MARYADA" userId="aa8c9f51cfa61bbb" providerId="LiveId" clId="{2A1D80A0-ECF4-4B0B-A584-ECA9A7C39B75}" dt="2024-04-22T13:52:02.886" v="3074" actId="1440"/>
        <pc:sldMkLst>
          <pc:docMk/>
          <pc:sldMk cId="309140192" sldId="1416"/>
        </pc:sldMkLst>
        <pc:spChg chg="mod">
          <ac:chgData name="HARSHINI MARYADA" userId="aa8c9f51cfa61bbb" providerId="LiveId" clId="{2A1D80A0-ECF4-4B0B-A584-ECA9A7C39B75}" dt="2024-04-21T12:51:33.230" v="1648" actId="113"/>
          <ac:spMkLst>
            <pc:docMk/>
            <pc:sldMk cId="309140192" sldId="1416"/>
            <ac:spMk id="2" creationId="{F31F06C3-2885-87CD-880F-B9D1EA986C00}"/>
          </ac:spMkLst>
        </pc:spChg>
        <pc:spChg chg="mod">
          <ac:chgData name="HARSHINI MARYADA" userId="aa8c9f51cfa61bbb" providerId="LiveId" clId="{2A1D80A0-ECF4-4B0B-A584-ECA9A7C39B75}" dt="2024-04-22T13:48:12.427" v="3063" actId="20577"/>
          <ac:spMkLst>
            <pc:docMk/>
            <pc:sldMk cId="309140192" sldId="1416"/>
            <ac:spMk id="3" creationId="{E6588797-9AD6-453A-6F16-730AC624BD3E}"/>
          </ac:spMkLst>
        </pc:spChg>
        <pc:spChg chg="del mod">
          <ac:chgData name="HARSHINI MARYADA" userId="aa8c9f51cfa61bbb" providerId="LiveId" clId="{2A1D80A0-ECF4-4B0B-A584-ECA9A7C39B75}" dt="2024-04-21T13:38:45.440" v="1898" actId="21"/>
          <ac:spMkLst>
            <pc:docMk/>
            <pc:sldMk cId="309140192" sldId="1416"/>
            <ac:spMk id="8" creationId="{A02803B3-CBAA-EC8F-148C-AACEC6F971C4}"/>
          </ac:spMkLst>
        </pc:spChg>
        <pc:picChg chg="add mod">
          <ac:chgData name="HARSHINI MARYADA" userId="aa8c9f51cfa61bbb" providerId="LiveId" clId="{2A1D80A0-ECF4-4B0B-A584-ECA9A7C39B75}" dt="2024-04-22T13:52:02.886" v="3074" actId="1440"/>
          <ac:picMkLst>
            <pc:docMk/>
            <pc:sldMk cId="309140192" sldId="1416"/>
            <ac:picMk id="4" creationId="{BBFB03EF-C606-99FE-2BDE-CD74F67F97C1}"/>
          </ac:picMkLst>
        </pc:picChg>
        <pc:picChg chg="del mod">
          <ac:chgData name="HARSHINI MARYADA" userId="aa8c9f51cfa61bbb" providerId="LiveId" clId="{2A1D80A0-ECF4-4B0B-A584-ECA9A7C39B75}" dt="2024-04-21T13:39:24.862" v="1900" actId="21"/>
          <ac:picMkLst>
            <pc:docMk/>
            <pc:sldMk cId="309140192" sldId="1416"/>
            <ac:picMk id="5" creationId="{E60F1CF4-A539-E3EA-2210-604F92A13AD2}"/>
          </ac:picMkLst>
        </pc:picChg>
      </pc:sldChg>
      <pc:sldChg chg="modSp mod modTransition">
        <pc:chgData name="HARSHINI MARYADA" userId="aa8c9f51cfa61bbb" providerId="LiveId" clId="{2A1D80A0-ECF4-4B0B-A584-ECA9A7C39B75}" dt="2024-04-21T13:08:57.749" v="1767"/>
        <pc:sldMkLst>
          <pc:docMk/>
          <pc:sldMk cId="2392999841" sldId="1417"/>
        </pc:sldMkLst>
        <pc:spChg chg="mod">
          <ac:chgData name="HARSHINI MARYADA" userId="aa8c9f51cfa61bbb" providerId="LiveId" clId="{2A1D80A0-ECF4-4B0B-A584-ECA9A7C39B75}" dt="2024-04-19T13:11:36.883" v="36" actId="20577"/>
          <ac:spMkLst>
            <pc:docMk/>
            <pc:sldMk cId="2392999841" sldId="1417"/>
            <ac:spMk id="2" creationId="{79D47604-2AB6-60D5-3691-03B779CB03BF}"/>
          </ac:spMkLst>
        </pc:spChg>
      </pc:sldChg>
      <pc:sldChg chg="modSp del mod">
        <pc:chgData name="HARSHINI MARYADA" userId="aa8c9f51cfa61bbb" providerId="LiveId" clId="{2A1D80A0-ECF4-4B0B-A584-ECA9A7C39B75}" dt="2024-04-19T13:06:20.356" v="21" actId="2696"/>
        <pc:sldMkLst>
          <pc:docMk/>
          <pc:sldMk cId="2537233110" sldId="1418"/>
        </pc:sldMkLst>
        <pc:spChg chg="mod">
          <ac:chgData name="HARSHINI MARYADA" userId="aa8c9f51cfa61bbb" providerId="LiveId" clId="{2A1D80A0-ECF4-4B0B-A584-ECA9A7C39B75}" dt="2024-04-19T13:05:28.278" v="16" actId="14100"/>
          <ac:spMkLst>
            <pc:docMk/>
            <pc:sldMk cId="2537233110" sldId="1418"/>
            <ac:spMk id="3" creationId="{14B47161-DD34-C552-A0B4-6AA44EA65C0A}"/>
          </ac:spMkLst>
        </pc:spChg>
      </pc:sldChg>
      <pc:sldChg chg="modSp mod modTransition">
        <pc:chgData name="HARSHINI MARYADA" userId="aa8c9f51cfa61bbb" providerId="LiveId" clId="{2A1D80A0-ECF4-4B0B-A584-ECA9A7C39B75}" dt="2024-04-21T13:41:59.430" v="1915"/>
        <pc:sldMkLst>
          <pc:docMk/>
          <pc:sldMk cId="47182081" sldId="1419"/>
        </pc:sldMkLst>
        <pc:spChg chg="mod">
          <ac:chgData name="HARSHINI MARYADA" userId="aa8c9f51cfa61bbb" providerId="LiveId" clId="{2A1D80A0-ECF4-4B0B-A584-ECA9A7C39B75}" dt="2024-04-19T13:26:02.450" v="289" actId="1035"/>
          <ac:spMkLst>
            <pc:docMk/>
            <pc:sldMk cId="47182081" sldId="1419"/>
            <ac:spMk id="2" creationId="{B5284A43-44B4-4176-089C-37BB484D0918}"/>
          </ac:spMkLst>
        </pc:spChg>
        <pc:spChg chg="mod">
          <ac:chgData name="HARSHINI MARYADA" userId="aa8c9f51cfa61bbb" providerId="LiveId" clId="{2A1D80A0-ECF4-4B0B-A584-ECA9A7C39B75}" dt="2024-04-19T13:37:34.020" v="347" actId="207"/>
          <ac:spMkLst>
            <pc:docMk/>
            <pc:sldMk cId="47182081" sldId="1419"/>
            <ac:spMk id="3" creationId="{353AF8FC-EA77-9CF4-1BE6-26247AF9E9D4}"/>
          </ac:spMkLst>
        </pc:spChg>
      </pc:sldChg>
      <pc:sldChg chg="addSp modSp mod">
        <pc:chgData name="HARSHINI MARYADA" userId="aa8c9f51cfa61bbb" providerId="LiveId" clId="{2A1D80A0-ECF4-4B0B-A584-ECA9A7C39B75}" dt="2024-04-19T13:34:24.452" v="320" actId="1076"/>
        <pc:sldMkLst>
          <pc:docMk/>
          <pc:sldMk cId="2209079564" sldId="1421"/>
        </pc:sldMkLst>
        <pc:spChg chg="mod">
          <ac:chgData name="HARSHINI MARYADA" userId="aa8c9f51cfa61bbb" providerId="LiveId" clId="{2A1D80A0-ECF4-4B0B-A584-ECA9A7C39B75}" dt="2024-04-19T13:34:18.768" v="319" actId="1076"/>
          <ac:spMkLst>
            <pc:docMk/>
            <pc:sldMk cId="2209079564" sldId="1421"/>
            <ac:spMk id="2" creationId="{CCD95425-CFC0-1B4B-116E-CC7CABA7317E}"/>
          </ac:spMkLst>
        </pc:spChg>
        <pc:spChg chg="mod">
          <ac:chgData name="HARSHINI MARYADA" userId="aa8c9f51cfa61bbb" providerId="LiveId" clId="{2A1D80A0-ECF4-4B0B-A584-ECA9A7C39B75}" dt="2024-04-19T13:34:24.452" v="320" actId="1076"/>
          <ac:spMkLst>
            <pc:docMk/>
            <pc:sldMk cId="2209079564" sldId="1421"/>
            <ac:spMk id="3" creationId="{122349ED-CCC2-43E3-4B93-52ABE59E55D5}"/>
          </ac:spMkLst>
        </pc:spChg>
        <pc:spChg chg="add mod">
          <ac:chgData name="HARSHINI MARYADA" userId="aa8c9f51cfa61bbb" providerId="LiveId" clId="{2A1D80A0-ECF4-4B0B-A584-ECA9A7C39B75}" dt="2024-04-19T13:33:58.147" v="317" actId="1076"/>
          <ac:spMkLst>
            <pc:docMk/>
            <pc:sldMk cId="2209079564" sldId="1421"/>
            <ac:spMk id="4" creationId="{C975CDB4-3B43-EFEE-3D52-3A564842FC5C}"/>
          </ac:spMkLst>
        </pc:spChg>
      </pc:sldChg>
      <pc:sldChg chg="del">
        <pc:chgData name="HARSHINI MARYADA" userId="aa8c9f51cfa61bbb" providerId="LiveId" clId="{2A1D80A0-ECF4-4B0B-A584-ECA9A7C39B75}" dt="2024-04-19T13:34:34.667" v="321" actId="2696"/>
        <pc:sldMkLst>
          <pc:docMk/>
          <pc:sldMk cId="249844298" sldId="1422"/>
        </pc:sldMkLst>
      </pc:sldChg>
      <pc:sldChg chg="modSp mod modTransition">
        <pc:chgData name="HARSHINI MARYADA" userId="aa8c9f51cfa61bbb" providerId="LiveId" clId="{2A1D80A0-ECF4-4B0B-A584-ECA9A7C39B75}" dt="2024-04-20T14:42:10.930" v="1305" actId="1076"/>
        <pc:sldMkLst>
          <pc:docMk/>
          <pc:sldMk cId="743605584" sldId="1423"/>
        </pc:sldMkLst>
        <pc:picChg chg="mod">
          <ac:chgData name="HARSHINI MARYADA" userId="aa8c9f51cfa61bbb" providerId="LiveId" clId="{2A1D80A0-ECF4-4B0B-A584-ECA9A7C39B75}" dt="2024-04-20T14:42:10.930" v="1305" actId="1076"/>
          <ac:picMkLst>
            <pc:docMk/>
            <pc:sldMk cId="743605584" sldId="1423"/>
            <ac:picMk id="4" creationId="{637AE416-D158-624B-0EAA-ACDB6CC82A79}"/>
          </ac:picMkLst>
        </pc:picChg>
      </pc:sldChg>
      <pc:sldChg chg="modSp mod modTransition modAnim">
        <pc:chgData name="HARSHINI MARYADA" userId="aa8c9f51cfa61bbb" providerId="LiveId" clId="{2A1D80A0-ECF4-4B0B-A584-ECA9A7C39B75}" dt="2024-04-21T13:20:04.074" v="1840"/>
        <pc:sldMkLst>
          <pc:docMk/>
          <pc:sldMk cId="533692054" sldId="1425"/>
        </pc:sldMkLst>
        <pc:spChg chg="mod">
          <ac:chgData name="HARSHINI MARYADA" userId="aa8c9f51cfa61bbb" providerId="LiveId" clId="{2A1D80A0-ECF4-4B0B-A584-ECA9A7C39B75}" dt="2024-04-20T14:09:12.189" v="1024" actId="1076"/>
          <ac:spMkLst>
            <pc:docMk/>
            <pc:sldMk cId="533692054" sldId="1425"/>
            <ac:spMk id="2" creationId="{B67EABCF-5AF0-9E5F-83C7-DEE08B07F918}"/>
          </ac:spMkLst>
        </pc:spChg>
        <pc:picChg chg="mod">
          <ac:chgData name="HARSHINI MARYADA" userId="aa8c9f51cfa61bbb" providerId="LiveId" clId="{2A1D80A0-ECF4-4B0B-A584-ECA9A7C39B75}" dt="2024-04-20T14:05:47.424" v="1011" actId="1440"/>
          <ac:picMkLst>
            <pc:docMk/>
            <pc:sldMk cId="533692054" sldId="1425"/>
            <ac:picMk id="8" creationId="{E5E2CE5C-7106-7521-52B5-D44EEA9540E1}"/>
          </ac:picMkLst>
        </pc:picChg>
      </pc:sldChg>
      <pc:sldChg chg="modSp mod modTransition">
        <pc:chgData name="HARSHINI MARYADA" userId="aa8c9f51cfa61bbb" providerId="LiveId" clId="{2A1D80A0-ECF4-4B0B-A584-ECA9A7C39B75}" dt="2024-04-21T13:24:46.371" v="1863"/>
        <pc:sldMkLst>
          <pc:docMk/>
          <pc:sldMk cId="3934755127" sldId="1426"/>
        </pc:sldMkLst>
        <pc:spChg chg="mod">
          <ac:chgData name="HARSHINI MARYADA" userId="aa8c9f51cfa61bbb" providerId="LiveId" clId="{2A1D80A0-ECF4-4B0B-A584-ECA9A7C39B75}" dt="2024-04-20T14:10:56.627" v="1035" actId="14100"/>
          <ac:spMkLst>
            <pc:docMk/>
            <pc:sldMk cId="3934755127" sldId="1426"/>
            <ac:spMk id="3" creationId="{8AEC3429-4DF0-1B43-1FC6-0C6C56782A60}"/>
          </ac:spMkLst>
        </pc:spChg>
        <pc:spChg chg="mod">
          <ac:chgData name="HARSHINI MARYADA" userId="aa8c9f51cfa61bbb" providerId="LiveId" clId="{2A1D80A0-ECF4-4B0B-A584-ECA9A7C39B75}" dt="2024-04-21T08:03:37.096" v="1306" actId="1035"/>
          <ac:spMkLst>
            <pc:docMk/>
            <pc:sldMk cId="3934755127" sldId="1426"/>
            <ac:spMk id="8" creationId="{C0E002D8-78CC-AB96-7D5A-745DA202ACB4}"/>
          </ac:spMkLst>
        </pc:spChg>
      </pc:sldChg>
      <pc:sldChg chg="modSp mod modTransition">
        <pc:chgData name="HARSHINI MARYADA" userId="aa8c9f51cfa61bbb" providerId="LiveId" clId="{2A1D80A0-ECF4-4B0B-A584-ECA9A7C39B75}" dt="2024-04-21T13:24:35.569" v="1862"/>
        <pc:sldMkLst>
          <pc:docMk/>
          <pc:sldMk cId="32214650" sldId="1427"/>
        </pc:sldMkLst>
        <pc:spChg chg="mod">
          <ac:chgData name="HARSHINI MARYADA" userId="aa8c9f51cfa61bbb" providerId="LiveId" clId="{2A1D80A0-ECF4-4B0B-A584-ECA9A7C39B75}" dt="2024-04-20T14:11:12.992" v="1037" actId="27636"/>
          <ac:spMkLst>
            <pc:docMk/>
            <pc:sldMk cId="32214650" sldId="1427"/>
            <ac:spMk id="3" creationId="{57CFA9DA-E63D-E466-1EEE-D8AAE5FDD708}"/>
          </ac:spMkLst>
        </pc:spChg>
      </pc:sldChg>
      <pc:sldChg chg="modSp mod modTransition">
        <pc:chgData name="HARSHINI MARYADA" userId="aa8c9f51cfa61bbb" providerId="LiveId" clId="{2A1D80A0-ECF4-4B0B-A584-ECA9A7C39B75}" dt="2024-04-21T13:24:20.389" v="1861"/>
        <pc:sldMkLst>
          <pc:docMk/>
          <pc:sldMk cId="1676539270" sldId="1428"/>
        </pc:sldMkLst>
        <pc:spChg chg="mod">
          <ac:chgData name="HARSHINI MARYADA" userId="aa8c9f51cfa61bbb" providerId="LiveId" clId="{2A1D80A0-ECF4-4B0B-A584-ECA9A7C39B75}" dt="2024-04-20T14:10:07.843" v="1028" actId="255"/>
          <ac:spMkLst>
            <pc:docMk/>
            <pc:sldMk cId="1676539270" sldId="1428"/>
            <ac:spMk id="3" creationId="{9A8AA779-FFB3-E93E-38B2-BD11D2221B06}"/>
          </ac:spMkLst>
        </pc:spChg>
        <pc:spChg chg="mod">
          <ac:chgData name="HARSHINI MARYADA" userId="aa8c9f51cfa61bbb" providerId="LiveId" clId="{2A1D80A0-ECF4-4B0B-A584-ECA9A7C39B75}" dt="2024-04-20T14:11:44.981" v="1038" actId="207"/>
          <ac:spMkLst>
            <pc:docMk/>
            <pc:sldMk cId="1676539270" sldId="1428"/>
            <ac:spMk id="5" creationId="{99D8F4AE-256B-B126-9E11-C67A7490D40E}"/>
          </ac:spMkLst>
        </pc:spChg>
        <pc:spChg chg="mod">
          <ac:chgData name="HARSHINI MARYADA" userId="aa8c9f51cfa61bbb" providerId="LiveId" clId="{2A1D80A0-ECF4-4B0B-A584-ECA9A7C39B75}" dt="2024-04-20T14:11:44.981" v="1038" actId="207"/>
          <ac:spMkLst>
            <pc:docMk/>
            <pc:sldMk cId="1676539270" sldId="1428"/>
            <ac:spMk id="6" creationId="{4DEAB7C1-7CBD-E42C-D025-C96DA3ECAF1D}"/>
          </ac:spMkLst>
        </pc:spChg>
        <pc:spChg chg="mod">
          <ac:chgData name="HARSHINI MARYADA" userId="aa8c9f51cfa61bbb" providerId="LiveId" clId="{2A1D80A0-ECF4-4B0B-A584-ECA9A7C39B75}" dt="2024-04-20T14:11:44.981" v="1038" actId="207"/>
          <ac:spMkLst>
            <pc:docMk/>
            <pc:sldMk cId="1676539270" sldId="1428"/>
            <ac:spMk id="7" creationId="{760053D6-1B97-FE0E-1DAC-3D3E9078316F}"/>
          </ac:spMkLst>
        </pc:spChg>
        <pc:spChg chg="mod">
          <ac:chgData name="HARSHINI MARYADA" userId="aa8c9f51cfa61bbb" providerId="LiveId" clId="{2A1D80A0-ECF4-4B0B-A584-ECA9A7C39B75}" dt="2024-04-20T14:11:44.981" v="1038" actId="207"/>
          <ac:spMkLst>
            <pc:docMk/>
            <pc:sldMk cId="1676539270" sldId="1428"/>
            <ac:spMk id="8" creationId="{000540C8-6EAA-A524-B740-3376BF877367}"/>
          </ac:spMkLst>
        </pc:spChg>
        <pc:spChg chg="mod">
          <ac:chgData name="HARSHINI MARYADA" userId="aa8c9f51cfa61bbb" providerId="LiveId" clId="{2A1D80A0-ECF4-4B0B-A584-ECA9A7C39B75}" dt="2024-04-20T14:11:44.981" v="1038" actId="207"/>
          <ac:spMkLst>
            <pc:docMk/>
            <pc:sldMk cId="1676539270" sldId="1428"/>
            <ac:spMk id="9" creationId="{709974FB-D14F-4B41-7BAF-F29063772C8E}"/>
          </ac:spMkLst>
        </pc:spChg>
        <pc:spChg chg="mod">
          <ac:chgData name="HARSHINI MARYADA" userId="aa8c9f51cfa61bbb" providerId="LiveId" clId="{2A1D80A0-ECF4-4B0B-A584-ECA9A7C39B75}" dt="2024-04-20T14:11:44.981" v="1038" actId="207"/>
          <ac:spMkLst>
            <pc:docMk/>
            <pc:sldMk cId="1676539270" sldId="1428"/>
            <ac:spMk id="10" creationId="{1E81AACE-866F-1786-2466-18958BE07572}"/>
          </ac:spMkLst>
        </pc:spChg>
        <pc:spChg chg="mod">
          <ac:chgData name="HARSHINI MARYADA" userId="aa8c9f51cfa61bbb" providerId="LiveId" clId="{2A1D80A0-ECF4-4B0B-A584-ECA9A7C39B75}" dt="2024-04-20T14:11:44.981" v="1038" actId="207"/>
          <ac:spMkLst>
            <pc:docMk/>
            <pc:sldMk cId="1676539270" sldId="1428"/>
            <ac:spMk id="11" creationId="{486AE6C2-7172-E1B4-238A-6FCADC901A39}"/>
          </ac:spMkLst>
        </pc:spChg>
        <pc:spChg chg="mod">
          <ac:chgData name="HARSHINI MARYADA" userId="aa8c9f51cfa61bbb" providerId="LiveId" clId="{2A1D80A0-ECF4-4B0B-A584-ECA9A7C39B75}" dt="2024-04-20T14:11:44.981" v="1038" actId="207"/>
          <ac:spMkLst>
            <pc:docMk/>
            <pc:sldMk cId="1676539270" sldId="1428"/>
            <ac:spMk id="12" creationId="{B87D2FEE-1B41-A525-A48C-F0FC562F1DDB}"/>
          </ac:spMkLst>
        </pc:spChg>
        <pc:spChg chg="mod">
          <ac:chgData name="HARSHINI MARYADA" userId="aa8c9f51cfa61bbb" providerId="LiveId" clId="{2A1D80A0-ECF4-4B0B-A584-ECA9A7C39B75}" dt="2024-04-20T14:11:44.981" v="1038" actId="207"/>
          <ac:spMkLst>
            <pc:docMk/>
            <pc:sldMk cId="1676539270" sldId="1428"/>
            <ac:spMk id="15" creationId="{881CE614-86D2-4034-746D-4EE88B54504F}"/>
          </ac:spMkLst>
        </pc:spChg>
        <pc:spChg chg="mod">
          <ac:chgData name="HARSHINI MARYADA" userId="aa8c9f51cfa61bbb" providerId="LiveId" clId="{2A1D80A0-ECF4-4B0B-A584-ECA9A7C39B75}" dt="2024-04-20T14:11:44.981" v="1038" actId="207"/>
          <ac:spMkLst>
            <pc:docMk/>
            <pc:sldMk cId="1676539270" sldId="1428"/>
            <ac:spMk id="16" creationId="{71A95A07-45F2-BF36-1F98-1B9F51997EC6}"/>
          </ac:spMkLst>
        </pc:spChg>
        <pc:spChg chg="mod">
          <ac:chgData name="HARSHINI MARYADA" userId="aa8c9f51cfa61bbb" providerId="LiveId" clId="{2A1D80A0-ECF4-4B0B-A584-ECA9A7C39B75}" dt="2024-04-20T14:11:44.981" v="1038" actId="207"/>
          <ac:spMkLst>
            <pc:docMk/>
            <pc:sldMk cId="1676539270" sldId="1428"/>
            <ac:spMk id="17" creationId="{D04D1C8D-1E4C-40E0-1992-85D1AFEC553E}"/>
          </ac:spMkLst>
        </pc:spChg>
        <pc:spChg chg="mod">
          <ac:chgData name="HARSHINI MARYADA" userId="aa8c9f51cfa61bbb" providerId="LiveId" clId="{2A1D80A0-ECF4-4B0B-A584-ECA9A7C39B75}" dt="2024-04-20T14:11:44.981" v="1038" actId="207"/>
          <ac:spMkLst>
            <pc:docMk/>
            <pc:sldMk cId="1676539270" sldId="1428"/>
            <ac:spMk id="18" creationId="{D1F46231-590B-4407-F01B-34F01AFFBEEF}"/>
          </ac:spMkLst>
        </pc:spChg>
        <pc:spChg chg="mod">
          <ac:chgData name="HARSHINI MARYADA" userId="aa8c9f51cfa61bbb" providerId="LiveId" clId="{2A1D80A0-ECF4-4B0B-A584-ECA9A7C39B75}" dt="2024-04-20T14:11:44.981" v="1038" actId="207"/>
          <ac:spMkLst>
            <pc:docMk/>
            <pc:sldMk cId="1676539270" sldId="1428"/>
            <ac:spMk id="19" creationId="{536A59F5-9CA0-FC8D-F8C7-838957FFA79B}"/>
          </ac:spMkLst>
        </pc:spChg>
        <pc:spChg chg="mod">
          <ac:chgData name="HARSHINI MARYADA" userId="aa8c9f51cfa61bbb" providerId="LiveId" clId="{2A1D80A0-ECF4-4B0B-A584-ECA9A7C39B75}" dt="2024-04-20T14:11:44.981" v="1038" actId="207"/>
          <ac:spMkLst>
            <pc:docMk/>
            <pc:sldMk cId="1676539270" sldId="1428"/>
            <ac:spMk id="20" creationId="{31446A17-BCBA-5408-56E5-92C29EE5D701}"/>
          </ac:spMkLst>
        </pc:spChg>
        <pc:spChg chg="mod">
          <ac:chgData name="HARSHINI MARYADA" userId="aa8c9f51cfa61bbb" providerId="LiveId" clId="{2A1D80A0-ECF4-4B0B-A584-ECA9A7C39B75}" dt="2024-04-20T14:11:44.981" v="1038" actId="207"/>
          <ac:spMkLst>
            <pc:docMk/>
            <pc:sldMk cId="1676539270" sldId="1428"/>
            <ac:spMk id="21" creationId="{EEC4B933-C626-6A55-DD6C-230CAB914F29}"/>
          </ac:spMkLst>
        </pc:spChg>
        <pc:spChg chg="mod">
          <ac:chgData name="HARSHINI MARYADA" userId="aa8c9f51cfa61bbb" providerId="LiveId" clId="{2A1D80A0-ECF4-4B0B-A584-ECA9A7C39B75}" dt="2024-04-20T14:11:44.981" v="1038" actId="207"/>
          <ac:spMkLst>
            <pc:docMk/>
            <pc:sldMk cId="1676539270" sldId="1428"/>
            <ac:spMk id="22" creationId="{81080074-A06E-52D0-3F5E-A6F599AC7D26}"/>
          </ac:spMkLst>
        </pc:spChg>
        <pc:spChg chg="mod">
          <ac:chgData name="HARSHINI MARYADA" userId="aa8c9f51cfa61bbb" providerId="LiveId" clId="{2A1D80A0-ECF4-4B0B-A584-ECA9A7C39B75}" dt="2024-04-20T14:11:44.981" v="1038" actId="207"/>
          <ac:spMkLst>
            <pc:docMk/>
            <pc:sldMk cId="1676539270" sldId="1428"/>
            <ac:spMk id="23" creationId="{0AFBC5AF-6A64-6A54-11FF-3D1D9261D188}"/>
          </ac:spMkLst>
        </pc:spChg>
        <pc:spChg chg="mod">
          <ac:chgData name="HARSHINI MARYADA" userId="aa8c9f51cfa61bbb" providerId="LiveId" clId="{2A1D80A0-ECF4-4B0B-A584-ECA9A7C39B75}" dt="2024-04-20T14:11:44.981" v="1038" actId="207"/>
          <ac:spMkLst>
            <pc:docMk/>
            <pc:sldMk cId="1676539270" sldId="1428"/>
            <ac:spMk id="24" creationId="{92A2F337-DB60-D241-AB13-74512D1A7C03}"/>
          </ac:spMkLst>
        </pc:spChg>
        <pc:spChg chg="mod">
          <ac:chgData name="HARSHINI MARYADA" userId="aa8c9f51cfa61bbb" providerId="LiveId" clId="{2A1D80A0-ECF4-4B0B-A584-ECA9A7C39B75}" dt="2024-04-20T14:11:44.981" v="1038" actId="207"/>
          <ac:spMkLst>
            <pc:docMk/>
            <pc:sldMk cId="1676539270" sldId="1428"/>
            <ac:spMk id="25" creationId="{6340397D-2E4B-5FE7-76EC-1A350C64477B}"/>
          </ac:spMkLst>
        </pc:spChg>
        <pc:grpChg chg="mod">
          <ac:chgData name="HARSHINI MARYADA" userId="aa8c9f51cfa61bbb" providerId="LiveId" clId="{2A1D80A0-ECF4-4B0B-A584-ECA9A7C39B75}" dt="2024-04-20T14:11:44.981" v="1038" actId="207"/>
          <ac:grpSpMkLst>
            <pc:docMk/>
            <pc:sldMk cId="1676539270" sldId="1428"/>
            <ac:grpSpMk id="4" creationId="{6F2F96A8-F4C8-2750-8FA4-B6661DC13F1B}"/>
          </ac:grpSpMkLst>
        </pc:grpChg>
        <pc:grpChg chg="mod">
          <ac:chgData name="HARSHINI MARYADA" userId="aa8c9f51cfa61bbb" providerId="LiveId" clId="{2A1D80A0-ECF4-4B0B-A584-ECA9A7C39B75}" dt="2024-04-20T14:11:44.981" v="1038" actId="207"/>
          <ac:grpSpMkLst>
            <pc:docMk/>
            <pc:sldMk cId="1676539270" sldId="1428"/>
            <ac:grpSpMk id="13" creationId="{FF712523-7CDA-3F5B-7855-3D35E0F62CD3}"/>
          </ac:grpSpMkLst>
        </pc:grpChg>
        <pc:grpChg chg="mod">
          <ac:chgData name="HARSHINI MARYADA" userId="aa8c9f51cfa61bbb" providerId="LiveId" clId="{2A1D80A0-ECF4-4B0B-A584-ECA9A7C39B75}" dt="2024-04-20T14:11:44.981" v="1038" actId="207"/>
          <ac:grpSpMkLst>
            <pc:docMk/>
            <pc:sldMk cId="1676539270" sldId="1428"/>
            <ac:grpSpMk id="14" creationId="{A52CDDA7-2C55-7D0D-BA6A-74FDDD2E154D}"/>
          </ac:grpSpMkLst>
        </pc:grpChg>
      </pc:sldChg>
      <pc:sldChg chg="modSp mod modTransition">
        <pc:chgData name="HARSHINI MARYADA" userId="aa8c9f51cfa61bbb" providerId="LiveId" clId="{2A1D80A0-ECF4-4B0B-A584-ECA9A7C39B75}" dt="2024-04-21T13:23:10.163" v="1860"/>
        <pc:sldMkLst>
          <pc:docMk/>
          <pc:sldMk cId="3126818999" sldId="1429"/>
        </pc:sldMkLst>
        <pc:spChg chg="mod">
          <ac:chgData name="HARSHINI MARYADA" userId="aa8c9f51cfa61bbb" providerId="LiveId" clId="{2A1D80A0-ECF4-4B0B-A584-ECA9A7C39B75}" dt="2024-04-20T14:10:17.141" v="1029" actId="255"/>
          <ac:spMkLst>
            <pc:docMk/>
            <pc:sldMk cId="3126818999" sldId="1429"/>
            <ac:spMk id="3" creationId="{381559AD-D49D-EA09-5E42-596540FA8B95}"/>
          </ac:spMkLst>
        </pc:spChg>
        <pc:spChg chg="mod">
          <ac:chgData name="HARSHINI MARYADA" userId="aa8c9f51cfa61bbb" providerId="LiveId" clId="{2A1D80A0-ECF4-4B0B-A584-ECA9A7C39B75}" dt="2024-04-20T14:12:04.875" v="1039" actId="207"/>
          <ac:spMkLst>
            <pc:docMk/>
            <pc:sldMk cId="3126818999" sldId="1429"/>
            <ac:spMk id="6" creationId="{6910DD1A-C9CB-DB61-8D9A-BE7AD4313B98}"/>
          </ac:spMkLst>
        </pc:spChg>
        <pc:spChg chg="mod">
          <ac:chgData name="HARSHINI MARYADA" userId="aa8c9f51cfa61bbb" providerId="LiveId" clId="{2A1D80A0-ECF4-4B0B-A584-ECA9A7C39B75}" dt="2024-04-20T14:12:04.875" v="1039" actId="207"/>
          <ac:spMkLst>
            <pc:docMk/>
            <pc:sldMk cId="3126818999" sldId="1429"/>
            <ac:spMk id="7" creationId="{28D1315D-6CAA-B880-F433-3D51A5A17E8F}"/>
          </ac:spMkLst>
        </pc:spChg>
        <pc:spChg chg="mod">
          <ac:chgData name="HARSHINI MARYADA" userId="aa8c9f51cfa61bbb" providerId="LiveId" clId="{2A1D80A0-ECF4-4B0B-A584-ECA9A7C39B75}" dt="2024-04-20T14:12:04.875" v="1039" actId="207"/>
          <ac:spMkLst>
            <pc:docMk/>
            <pc:sldMk cId="3126818999" sldId="1429"/>
            <ac:spMk id="8" creationId="{11AF31FB-EC16-6601-8ABD-E1C767F5630C}"/>
          </ac:spMkLst>
        </pc:spChg>
        <pc:spChg chg="mod">
          <ac:chgData name="HARSHINI MARYADA" userId="aa8c9f51cfa61bbb" providerId="LiveId" clId="{2A1D80A0-ECF4-4B0B-A584-ECA9A7C39B75}" dt="2024-04-20T14:12:04.875" v="1039" actId="207"/>
          <ac:spMkLst>
            <pc:docMk/>
            <pc:sldMk cId="3126818999" sldId="1429"/>
            <ac:spMk id="9" creationId="{095BEDE0-F6C4-F46B-83D5-3F66B8E00B82}"/>
          </ac:spMkLst>
        </pc:spChg>
        <pc:spChg chg="mod">
          <ac:chgData name="HARSHINI MARYADA" userId="aa8c9f51cfa61bbb" providerId="LiveId" clId="{2A1D80A0-ECF4-4B0B-A584-ECA9A7C39B75}" dt="2024-04-20T14:12:04.875" v="1039" actId="207"/>
          <ac:spMkLst>
            <pc:docMk/>
            <pc:sldMk cId="3126818999" sldId="1429"/>
            <ac:spMk id="10" creationId="{F28FC7E3-131F-6A92-671C-D04E16E407DC}"/>
          </ac:spMkLst>
        </pc:spChg>
        <pc:spChg chg="mod">
          <ac:chgData name="HARSHINI MARYADA" userId="aa8c9f51cfa61bbb" providerId="LiveId" clId="{2A1D80A0-ECF4-4B0B-A584-ECA9A7C39B75}" dt="2024-04-20T14:12:04.875" v="1039" actId="207"/>
          <ac:spMkLst>
            <pc:docMk/>
            <pc:sldMk cId="3126818999" sldId="1429"/>
            <ac:spMk id="11" creationId="{FF912DF7-65A5-5C28-E339-50EB5092F401}"/>
          </ac:spMkLst>
        </pc:spChg>
        <pc:spChg chg="mod">
          <ac:chgData name="HARSHINI MARYADA" userId="aa8c9f51cfa61bbb" providerId="LiveId" clId="{2A1D80A0-ECF4-4B0B-A584-ECA9A7C39B75}" dt="2024-04-20T14:12:04.875" v="1039" actId="207"/>
          <ac:spMkLst>
            <pc:docMk/>
            <pc:sldMk cId="3126818999" sldId="1429"/>
            <ac:spMk id="12" creationId="{701FADC0-C19E-161C-A1F4-27E1E3674A49}"/>
          </ac:spMkLst>
        </pc:spChg>
        <pc:spChg chg="mod">
          <ac:chgData name="HARSHINI MARYADA" userId="aa8c9f51cfa61bbb" providerId="LiveId" clId="{2A1D80A0-ECF4-4B0B-A584-ECA9A7C39B75}" dt="2024-04-20T14:12:04.875" v="1039" actId="207"/>
          <ac:spMkLst>
            <pc:docMk/>
            <pc:sldMk cId="3126818999" sldId="1429"/>
            <ac:spMk id="13" creationId="{61D82508-7F2A-CFA4-4D33-21771CAEB4B5}"/>
          </ac:spMkLst>
        </pc:spChg>
        <pc:spChg chg="mod">
          <ac:chgData name="HARSHINI MARYADA" userId="aa8c9f51cfa61bbb" providerId="LiveId" clId="{2A1D80A0-ECF4-4B0B-A584-ECA9A7C39B75}" dt="2024-04-20T14:12:04.875" v="1039" actId="207"/>
          <ac:spMkLst>
            <pc:docMk/>
            <pc:sldMk cId="3126818999" sldId="1429"/>
            <ac:spMk id="14" creationId="{183B008E-24B2-4B16-24DC-D62F2B9BAEEA}"/>
          </ac:spMkLst>
        </pc:spChg>
        <pc:spChg chg="mod">
          <ac:chgData name="HARSHINI MARYADA" userId="aa8c9f51cfa61bbb" providerId="LiveId" clId="{2A1D80A0-ECF4-4B0B-A584-ECA9A7C39B75}" dt="2024-04-20T14:12:04.875" v="1039" actId="207"/>
          <ac:spMkLst>
            <pc:docMk/>
            <pc:sldMk cId="3126818999" sldId="1429"/>
            <ac:spMk id="16" creationId="{DF61B942-7529-667B-7D1D-D1A5B8EA7FC7}"/>
          </ac:spMkLst>
        </pc:spChg>
        <pc:spChg chg="mod">
          <ac:chgData name="HARSHINI MARYADA" userId="aa8c9f51cfa61bbb" providerId="LiveId" clId="{2A1D80A0-ECF4-4B0B-A584-ECA9A7C39B75}" dt="2024-04-20T14:12:04.875" v="1039" actId="207"/>
          <ac:spMkLst>
            <pc:docMk/>
            <pc:sldMk cId="3126818999" sldId="1429"/>
            <ac:spMk id="18" creationId="{8B4EFAEB-E1E2-C971-DF58-BA6805F2798E}"/>
          </ac:spMkLst>
        </pc:spChg>
        <pc:spChg chg="mod">
          <ac:chgData name="HARSHINI MARYADA" userId="aa8c9f51cfa61bbb" providerId="LiveId" clId="{2A1D80A0-ECF4-4B0B-A584-ECA9A7C39B75}" dt="2024-04-20T14:12:04.875" v="1039" actId="207"/>
          <ac:spMkLst>
            <pc:docMk/>
            <pc:sldMk cId="3126818999" sldId="1429"/>
            <ac:spMk id="19" creationId="{743496A3-7888-1695-57CB-E352175E6C94}"/>
          </ac:spMkLst>
        </pc:spChg>
        <pc:spChg chg="mod">
          <ac:chgData name="HARSHINI MARYADA" userId="aa8c9f51cfa61bbb" providerId="LiveId" clId="{2A1D80A0-ECF4-4B0B-A584-ECA9A7C39B75}" dt="2024-04-20T14:12:04.875" v="1039" actId="207"/>
          <ac:spMkLst>
            <pc:docMk/>
            <pc:sldMk cId="3126818999" sldId="1429"/>
            <ac:spMk id="20" creationId="{D2B7BE96-2D5B-ECF9-B08C-169079ABF05F}"/>
          </ac:spMkLst>
        </pc:spChg>
        <pc:spChg chg="mod">
          <ac:chgData name="HARSHINI MARYADA" userId="aa8c9f51cfa61bbb" providerId="LiveId" clId="{2A1D80A0-ECF4-4B0B-A584-ECA9A7C39B75}" dt="2024-04-20T14:12:04.875" v="1039" actId="207"/>
          <ac:spMkLst>
            <pc:docMk/>
            <pc:sldMk cId="3126818999" sldId="1429"/>
            <ac:spMk id="21" creationId="{F6B9CB67-114A-7C77-3CA5-97950649483B}"/>
          </ac:spMkLst>
        </pc:spChg>
        <pc:spChg chg="mod">
          <ac:chgData name="HARSHINI MARYADA" userId="aa8c9f51cfa61bbb" providerId="LiveId" clId="{2A1D80A0-ECF4-4B0B-A584-ECA9A7C39B75}" dt="2024-04-20T14:12:04.875" v="1039" actId="207"/>
          <ac:spMkLst>
            <pc:docMk/>
            <pc:sldMk cId="3126818999" sldId="1429"/>
            <ac:spMk id="22" creationId="{17D56DB1-C4DB-9FF5-03D1-182A522F2420}"/>
          </ac:spMkLst>
        </pc:spChg>
        <pc:spChg chg="mod">
          <ac:chgData name="HARSHINI MARYADA" userId="aa8c9f51cfa61bbb" providerId="LiveId" clId="{2A1D80A0-ECF4-4B0B-A584-ECA9A7C39B75}" dt="2024-04-20T14:12:04.875" v="1039" actId="207"/>
          <ac:spMkLst>
            <pc:docMk/>
            <pc:sldMk cId="3126818999" sldId="1429"/>
            <ac:spMk id="23" creationId="{FD5A9616-CC4D-14FF-0D2F-F60D99DDFB15}"/>
          </ac:spMkLst>
        </pc:spChg>
        <pc:spChg chg="mod">
          <ac:chgData name="HARSHINI MARYADA" userId="aa8c9f51cfa61bbb" providerId="LiveId" clId="{2A1D80A0-ECF4-4B0B-A584-ECA9A7C39B75}" dt="2024-04-20T14:12:04.875" v="1039" actId="207"/>
          <ac:spMkLst>
            <pc:docMk/>
            <pc:sldMk cId="3126818999" sldId="1429"/>
            <ac:spMk id="24" creationId="{8DCA8BA0-F271-D048-D1A5-D5F59BD11F43}"/>
          </ac:spMkLst>
        </pc:spChg>
        <pc:spChg chg="mod">
          <ac:chgData name="HARSHINI MARYADA" userId="aa8c9f51cfa61bbb" providerId="LiveId" clId="{2A1D80A0-ECF4-4B0B-A584-ECA9A7C39B75}" dt="2024-04-20T14:12:04.875" v="1039" actId="207"/>
          <ac:spMkLst>
            <pc:docMk/>
            <pc:sldMk cId="3126818999" sldId="1429"/>
            <ac:spMk id="25" creationId="{BD922CE4-9D58-F710-161F-B2C356FD7214}"/>
          </ac:spMkLst>
        </pc:spChg>
        <pc:spChg chg="mod">
          <ac:chgData name="HARSHINI MARYADA" userId="aa8c9f51cfa61bbb" providerId="LiveId" clId="{2A1D80A0-ECF4-4B0B-A584-ECA9A7C39B75}" dt="2024-04-20T14:12:04.875" v="1039" actId="207"/>
          <ac:spMkLst>
            <pc:docMk/>
            <pc:sldMk cId="3126818999" sldId="1429"/>
            <ac:spMk id="26" creationId="{39533724-4AE1-97AF-9D93-29CD5CA2C52A}"/>
          </ac:spMkLst>
        </pc:spChg>
        <pc:spChg chg="mod">
          <ac:chgData name="HARSHINI MARYADA" userId="aa8c9f51cfa61bbb" providerId="LiveId" clId="{2A1D80A0-ECF4-4B0B-A584-ECA9A7C39B75}" dt="2024-04-20T14:12:04.875" v="1039" actId="207"/>
          <ac:spMkLst>
            <pc:docMk/>
            <pc:sldMk cId="3126818999" sldId="1429"/>
            <ac:spMk id="27" creationId="{548A85FE-F3E2-5C4B-4B2D-49481A7DBB54}"/>
          </ac:spMkLst>
        </pc:spChg>
        <pc:spChg chg="mod">
          <ac:chgData name="HARSHINI MARYADA" userId="aa8c9f51cfa61bbb" providerId="LiveId" clId="{2A1D80A0-ECF4-4B0B-A584-ECA9A7C39B75}" dt="2024-04-20T14:12:04.875" v="1039" actId="207"/>
          <ac:spMkLst>
            <pc:docMk/>
            <pc:sldMk cId="3126818999" sldId="1429"/>
            <ac:spMk id="28" creationId="{DAA8A273-56D3-2B68-FC31-C505E001F405}"/>
          </ac:spMkLst>
        </pc:spChg>
        <pc:spChg chg="mod">
          <ac:chgData name="HARSHINI MARYADA" userId="aa8c9f51cfa61bbb" providerId="LiveId" clId="{2A1D80A0-ECF4-4B0B-A584-ECA9A7C39B75}" dt="2024-04-20T14:12:04.875" v="1039" actId="207"/>
          <ac:spMkLst>
            <pc:docMk/>
            <pc:sldMk cId="3126818999" sldId="1429"/>
            <ac:spMk id="29" creationId="{3DEB0708-8ECF-16B7-AE72-F3B4E472E764}"/>
          </ac:spMkLst>
        </pc:spChg>
        <pc:spChg chg="mod">
          <ac:chgData name="HARSHINI MARYADA" userId="aa8c9f51cfa61bbb" providerId="LiveId" clId="{2A1D80A0-ECF4-4B0B-A584-ECA9A7C39B75}" dt="2024-04-20T14:12:04.875" v="1039" actId="207"/>
          <ac:spMkLst>
            <pc:docMk/>
            <pc:sldMk cId="3126818999" sldId="1429"/>
            <ac:spMk id="30" creationId="{69DEC31E-F37E-ADE2-B229-9AA88A64908F}"/>
          </ac:spMkLst>
        </pc:spChg>
        <pc:spChg chg="mod">
          <ac:chgData name="HARSHINI MARYADA" userId="aa8c9f51cfa61bbb" providerId="LiveId" clId="{2A1D80A0-ECF4-4B0B-A584-ECA9A7C39B75}" dt="2024-04-20T14:12:04.875" v="1039" actId="207"/>
          <ac:spMkLst>
            <pc:docMk/>
            <pc:sldMk cId="3126818999" sldId="1429"/>
            <ac:spMk id="31" creationId="{0D4AF031-E4A5-1CCC-C9EC-2A5008A989F4}"/>
          </ac:spMkLst>
        </pc:spChg>
        <pc:spChg chg="mod">
          <ac:chgData name="HARSHINI MARYADA" userId="aa8c9f51cfa61bbb" providerId="LiveId" clId="{2A1D80A0-ECF4-4B0B-A584-ECA9A7C39B75}" dt="2024-04-20T14:12:04.875" v="1039" actId="207"/>
          <ac:spMkLst>
            <pc:docMk/>
            <pc:sldMk cId="3126818999" sldId="1429"/>
            <ac:spMk id="32" creationId="{61C58AA3-674C-30E0-60E4-9E798CB3DC43}"/>
          </ac:spMkLst>
        </pc:spChg>
        <pc:grpChg chg="mod">
          <ac:chgData name="HARSHINI MARYADA" userId="aa8c9f51cfa61bbb" providerId="LiveId" clId="{2A1D80A0-ECF4-4B0B-A584-ECA9A7C39B75}" dt="2024-04-20T14:12:04.875" v="1039" actId="207"/>
          <ac:grpSpMkLst>
            <pc:docMk/>
            <pc:sldMk cId="3126818999" sldId="1429"/>
            <ac:grpSpMk id="4" creationId="{84BB3BE5-17DA-5225-37E6-A69C081E9CF9}"/>
          </ac:grpSpMkLst>
        </pc:grpChg>
        <pc:grpChg chg="mod">
          <ac:chgData name="HARSHINI MARYADA" userId="aa8c9f51cfa61bbb" providerId="LiveId" clId="{2A1D80A0-ECF4-4B0B-A584-ECA9A7C39B75}" dt="2024-04-20T14:12:04.875" v="1039" actId="207"/>
          <ac:grpSpMkLst>
            <pc:docMk/>
            <pc:sldMk cId="3126818999" sldId="1429"/>
            <ac:grpSpMk id="5" creationId="{D7DC9C9B-8AAE-AB0B-5B9F-9CF004A6A794}"/>
          </ac:grpSpMkLst>
        </pc:grpChg>
        <pc:grpChg chg="mod">
          <ac:chgData name="HARSHINI MARYADA" userId="aa8c9f51cfa61bbb" providerId="LiveId" clId="{2A1D80A0-ECF4-4B0B-A584-ECA9A7C39B75}" dt="2024-04-20T14:12:04.875" v="1039" actId="207"/>
          <ac:grpSpMkLst>
            <pc:docMk/>
            <pc:sldMk cId="3126818999" sldId="1429"/>
            <ac:grpSpMk id="15" creationId="{A6159AF9-F4C9-242A-4745-6747968E9B74}"/>
          </ac:grpSpMkLst>
        </pc:grpChg>
        <pc:grpChg chg="mod">
          <ac:chgData name="HARSHINI MARYADA" userId="aa8c9f51cfa61bbb" providerId="LiveId" clId="{2A1D80A0-ECF4-4B0B-A584-ECA9A7C39B75}" dt="2024-04-20T14:12:04.875" v="1039" actId="207"/>
          <ac:grpSpMkLst>
            <pc:docMk/>
            <pc:sldMk cId="3126818999" sldId="1429"/>
            <ac:grpSpMk id="17" creationId="{BAB50E94-F154-D249-ADC0-4684D914FC3A}"/>
          </ac:grpSpMkLst>
        </pc:grpChg>
      </pc:sldChg>
      <pc:sldChg chg="modSp mod modTransition">
        <pc:chgData name="HARSHINI MARYADA" userId="aa8c9f51cfa61bbb" providerId="LiveId" clId="{2A1D80A0-ECF4-4B0B-A584-ECA9A7C39B75}" dt="2024-04-21T12:59:53.293" v="1713"/>
        <pc:sldMkLst>
          <pc:docMk/>
          <pc:sldMk cId="877503479" sldId="1430"/>
        </pc:sldMkLst>
        <pc:spChg chg="mod">
          <ac:chgData name="HARSHINI MARYADA" userId="aa8c9f51cfa61bbb" providerId="LiveId" clId="{2A1D80A0-ECF4-4B0B-A584-ECA9A7C39B75}" dt="2024-04-19T13:49:47.979" v="415" actId="14100"/>
          <ac:spMkLst>
            <pc:docMk/>
            <pc:sldMk cId="877503479" sldId="1430"/>
            <ac:spMk id="3" creationId="{DF234762-F734-3551-9CAB-E671A6E1413E}"/>
          </ac:spMkLst>
        </pc:spChg>
      </pc:sldChg>
      <pc:sldChg chg="modSp mod">
        <pc:chgData name="HARSHINI MARYADA" userId="aa8c9f51cfa61bbb" providerId="LiveId" clId="{2A1D80A0-ECF4-4B0B-A584-ECA9A7C39B75}" dt="2024-04-19T13:49:31.002" v="414" actId="14100"/>
        <pc:sldMkLst>
          <pc:docMk/>
          <pc:sldMk cId="2933881409" sldId="1432"/>
        </pc:sldMkLst>
        <pc:spChg chg="mod">
          <ac:chgData name="HARSHINI MARYADA" userId="aa8c9f51cfa61bbb" providerId="LiveId" clId="{2A1D80A0-ECF4-4B0B-A584-ECA9A7C39B75}" dt="2024-04-19T13:49:31.002" v="414" actId="14100"/>
          <ac:spMkLst>
            <pc:docMk/>
            <pc:sldMk cId="2933881409" sldId="1432"/>
            <ac:spMk id="3" creationId="{7E99E438-89AC-8B06-25CD-276D0BD86035}"/>
          </ac:spMkLst>
        </pc:spChg>
      </pc:sldChg>
      <pc:sldChg chg="addSp modSp">
        <pc:chgData name="HARSHINI MARYADA" userId="aa8c9f51cfa61bbb" providerId="LiveId" clId="{2A1D80A0-ECF4-4B0B-A584-ECA9A7C39B75}" dt="2024-04-20T12:49:43.619" v="622" actId="571"/>
        <pc:sldMkLst>
          <pc:docMk/>
          <pc:sldMk cId="2359123677" sldId="1434"/>
        </pc:sldMkLst>
        <pc:spChg chg="add mod">
          <ac:chgData name="HARSHINI MARYADA" userId="aa8c9f51cfa61bbb" providerId="LiveId" clId="{2A1D80A0-ECF4-4B0B-A584-ECA9A7C39B75}" dt="2024-04-20T12:48:39.391" v="621" actId="571"/>
          <ac:spMkLst>
            <pc:docMk/>
            <pc:sldMk cId="2359123677" sldId="1434"/>
            <ac:spMk id="5" creationId="{5630FEF1-1DBA-DF8E-A49D-4ED3C9DAFFA8}"/>
          </ac:spMkLst>
        </pc:spChg>
        <pc:spChg chg="add mod">
          <ac:chgData name="HARSHINI MARYADA" userId="aa8c9f51cfa61bbb" providerId="LiveId" clId="{2A1D80A0-ECF4-4B0B-A584-ECA9A7C39B75}" dt="2024-04-20T12:48:39.391" v="621" actId="571"/>
          <ac:spMkLst>
            <pc:docMk/>
            <pc:sldMk cId="2359123677" sldId="1434"/>
            <ac:spMk id="6" creationId="{96F00CA8-BF42-4A9F-2FD2-870E8D6DC2DF}"/>
          </ac:spMkLst>
        </pc:spChg>
        <pc:spChg chg="add mod">
          <ac:chgData name="HARSHINI MARYADA" userId="aa8c9f51cfa61bbb" providerId="LiveId" clId="{2A1D80A0-ECF4-4B0B-A584-ECA9A7C39B75}" dt="2024-04-20T12:49:43.619" v="622" actId="571"/>
          <ac:spMkLst>
            <pc:docMk/>
            <pc:sldMk cId="2359123677" sldId="1434"/>
            <ac:spMk id="7" creationId="{320A43E8-D352-18F2-07A7-AFB3F496B9C9}"/>
          </ac:spMkLst>
        </pc:spChg>
      </pc:sldChg>
      <pc:sldChg chg="del">
        <pc:chgData name="HARSHINI MARYADA" userId="aa8c9f51cfa61bbb" providerId="LiveId" clId="{2A1D80A0-ECF4-4B0B-A584-ECA9A7C39B75}" dt="2024-04-20T13:00:00.007" v="640" actId="2696"/>
        <pc:sldMkLst>
          <pc:docMk/>
          <pc:sldMk cId="1934378198" sldId="1435"/>
        </pc:sldMkLst>
      </pc:sldChg>
      <pc:sldChg chg="delSp modSp mod modTransition">
        <pc:chgData name="HARSHINI MARYADA" userId="aa8c9f51cfa61bbb" providerId="LiveId" clId="{2A1D80A0-ECF4-4B0B-A584-ECA9A7C39B75}" dt="2024-04-22T12:28:32.503" v="2278" actId="21"/>
        <pc:sldMkLst>
          <pc:docMk/>
          <pc:sldMk cId="1010270419" sldId="1437"/>
        </pc:sldMkLst>
        <pc:spChg chg="mod">
          <ac:chgData name="HARSHINI MARYADA" userId="aa8c9f51cfa61bbb" providerId="LiveId" clId="{2A1D80A0-ECF4-4B0B-A584-ECA9A7C39B75}" dt="2024-04-20T14:40:56.903" v="1283" actId="1076"/>
          <ac:spMkLst>
            <pc:docMk/>
            <pc:sldMk cId="1010270419" sldId="1437"/>
            <ac:spMk id="2" creationId="{6F285A3F-737D-A0A4-A707-640A82F06063}"/>
          </ac:spMkLst>
        </pc:spChg>
        <pc:spChg chg="del mod">
          <ac:chgData name="HARSHINI MARYADA" userId="aa8c9f51cfa61bbb" providerId="LiveId" clId="{2A1D80A0-ECF4-4B0B-A584-ECA9A7C39B75}" dt="2024-04-22T12:28:32.503" v="2278" actId="21"/>
          <ac:spMkLst>
            <pc:docMk/>
            <pc:sldMk cId="1010270419" sldId="1437"/>
            <ac:spMk id="4" creationId="{84E72BF8-E950-8AAE-19F6-AB88618BE205}"/>
          </ac:spMkLst>
        </pc:spChg>
      </pc:sldChg>
      <pc:sldChg chg="modSp del mod modTransition">
        <pc:chgData name="HARSHINI MARYADA" userId="aa8c9f51cfa61bbb" providerId="LiveId" clId="{2A1D80A0-ECF4-4B0B-A584-ECA9A7C39B75}" dt="2024-04-20T14:16:07.417" v="1074" actId="2696"/>
        <pc:sldMkLst>
          <pc:docMk/>
          <pc:sldMk cId="3658608986" sldId="1438"/>
        </pc:sldMkLst>
        <pc:spChg chg="mod">
          <ac:chgData name="HARSHINI MARYADA" userId="aa8c9f51cfa61bbb" providerId="LiveId" clId="{2A1D80A0-ECF4-4B0B-A584-ECA9A7C39B75}" dt="2024-04-20T14:14:43.305" v="1049" actId="1076"/>
          <ac:spMkLst>
            <pc:docMk/>
            <pc:sldMk cId="3658608986" sldId="1438"/>
            <ac:spMk id="2" creationId="{4351DF3B-EA86-927F-9C64-3737A16B2A94}"/>
          </ac:spMkLst>
        </pc:spChg>
      </pc:sldChg>
      <pc:sldChg chg="modSp mod modTransition">
        <pc:chgData name="HARSHINI MARYADA" userId="aa8c9f51cfa61bbb" providerId="LiveId" clId="{2A1D80A0-ECF4-4B0B-A584-ECA9A7C39B75}" dt="2024-04-21T12:32:31.613" v="1619"/>
        <pc:sldMkLst>
          <pc:docMk/>
          <pc:sldMk cId="1579034997" sldId="1439"/>
        </pc:sldMkLst>
        <pc:spChg chg="mod">
          <ac:chgData name="HARSHINI MARYADA" userId="aa8c9f51cfa61bbb" providerId="LiveId" clId="{2A1D80A0-ECF4-4B0B-A584-ECA9A7C39B75}" dt="2024-04-20T14:15:54.813" v="1073" actId="1076"/>
          <ac:spMkLst>
            <pc:docMk/>
            <pc:sldMk cId="1579034997" sldId="1439"/>
            <ac:spMk id="2" creationId="{476EAF2D-DC47-4989-27BE-4EC6C475ADC7}"/>
          </ac:spMkLst>
        </pc:spChg>
      </pc:sldChg>
      <pc:sldChg chg="modSp mod modTransition">
        <pc:chgData name="HARSHINI MARYADA" userId="aa8c9f51cfa61bbb" providerId="LiveId" clId="{2A1D80A0-ECF4-4B0B-A584-ECA9A7C39B75}" dt="2024-04-21T12:35:07.251" v="1633" actId="12"/>
        <pc:sldMkLst>
          <pc:docMk/>
          <pc:sldMk cId="3829522362" sldId="1440"/>
        </pc:sldMkLst>
        <pc:spChg chg="mod">
          <ac:chgData name="HARSHINI MARYADA" userId="aa8c9f51cfa61bbb" providerId="LiveId" clId="{2A1D80A0-ECF4-4B0B-A584-ECA9A7C39B75}" dt="2024-04-21T12:35:07.251" v="1633" actId="12"/>
          <ac:spMkLst>
            <pc:docMk/>
            <pc:sldMk cId="3829522362" sldId="1440"/>
            <ac:spMk id="3" creationId="{D8C8EAA9-AB4C-4999-D3D5-6767132022D9}"/>
          </ac:spMkLst>
        </pc:spChg>
      </pc:sldChg>
      <pc:sldChg chg="modSp new mod">
        <pc:chgData name="HARSHINI MARYADA" userId="aa8c9f51cfa61bbb" providerId="LiveId" clId="{2A1D80A0-ECF4-4B0B-A584-ECA9A7C39B75}" dt="2024-04-19T13:06:56.926" v="23" actId="255"/>
        <pc:sldMkLst>
          <pc:docMk/>
          <pc:sldMk cId="3261114200" sldId="1441"/>
        </pc:sldMkLst>
        <pc:spChg chg="mod">
          <ac:chgData name="HARSHINI MARYADA" userId="aa8c9f51cfa61bbb" providerId="LiveId" clId="{2A1D80A0-ECF4-4B0B-A584-ECA9A7C39B75}" dt="2024-04-19T13:06:56.926" v="23" actId="255"/>
          <ac:spMkLst>
            <pc:docMk/>
            <pc:sldMk cId="3261114200" sldId="1441"/>
            <ac:spMk id="2" creationId="{0F55BFCC-D053-F979-92AD-0875F96A842C}"/>
          </ac:spMkLst>
        </pc:spChg>
        <pc:spChg chg="mod">
          <ac:chgData name="HARSHINI MARYADA" userId="aa8c9f51cfa61bbb" providerId="LiveId" clId="{2A1D80A0-ECF4-4B0B-A584-ECA9A7C39B75}" dt="2024-04-19T13:05:17.214" v="13"/>
          <ac:spMkLst>
            <pc:docMk/>
            <pc:sldMk cId="3261114200" sldId="1441"/>
            <ac:spMk id="3" creationId="{56D18EA1-6C8E-CCC3-87D3-02DE786BE832}"/>
          </ac:spMkLst>
        </pc:spChg>
      </pc:sldChg>
      <pc:sldChg chg="modSp new mod modTransition">
        <pc:chgData name="HARSHINI MARYADA" userId="aa8c9f51cfa61bbb" providerId="LiveId" clId="{2A1D80A0-ECF4-4B0B-A584-ECA9A7C39B75}" dt="2024-04-21T13:09:03.565" v="1768"/>
        <pc:sldMkLst>
          <pc:docMk/>
          <pc:sldMk cId="3009585122" sldId="1442"/>
        </pc:sldMkLst>
        <pc:spChg chg="mod">
          <ac:chgData name="HARSHINI MARYADA" userId="aa8c9f51cfa61bbb" providerId="LiveId" clId="{2A1D80A0-ECF4-4B0B-A584-ECA9A7C39B75}" dt="2024-04-19T13:06:45.651" v="22" actId="255"/>
          <ac:spMkLst>
            <pc:docMk/>
            <pc:sldMk cId="3009585122" sldId="1442"/>
            <ac:spMk id="2" creationId="{B579846B-D575-3C3B-6C53-0FCE2AC5A031}"/>
          </ac:spMkLst>
        </pc:spChg>
        <pc:spChg chg="mod">
          <ac:chgData name="HARSHINI MARYADA" userId="aa8c9f51cfa61bbb" providerId="LiveId" clId="{2A1D80A0-ECF4-4B0B-A584-ECA9A7C39B75}" dt="2024-04-19T13:12:50.240" v="72" actId="20577"/>
          <ac:spMkLst>
            <pc:docMk/>
            <pc:sldMk cId="3009585122" sldId="1442"/>
            <ac:spMk id="3" creationId="{A8172FDD-48D3-E262-CC0C-B08E119BDD62}"/>
          </ac:spMkLst>
        </pc:spChg>
      </pc:sldChg>
      <pc:sldChg chg="addSp delSp modSp new mod modTransition modAnim">
        <pc:chgData name="HARSHINI MARYADA" userId="aa8c9f51cfa61bbb" providerId="LiveId" clId="{2A1D80A0-ECF4-4B0B-A584-ECA9A7C39B75}" dt="2024-04-22T12:19:23.016" v="2122" actId="113"/>
        <pc:sldMkLst>
          <pc:docMk/>
          <pc:sldMk cId="2587148372" sldId="1443"/>
        </pc:sldMkLst>
        <pc:spChg chg="mod">
          <ac:chgData name="HARSHINI MARYADA" userId="aa8c9f51cfa61bbb" providerId="LiveId" clId="{2A1D80A0-ECF4-4B0B-A584-ECA9A7C39B75}" dt="2024-04-22T12:19:23.016" v="2122" actId="113"/>
          <ac:spMkLst>
            <pc:docMk/>
            <pc:sldMk cId="2587148372" sldId="1443"/>
            <ac:spMk id="2" creationId="{1A98C347-64AC-0658-BA73-D450BC34CD5D}"/>
          </ac:spMkLst>
        </pc:spChg>
        <pc:spChg chg="del mod">
          <ac:chgData name="HARSHINI MARYADA" userId="aa8c9f51cfa61bbb" providerId="LiveId" clId="{2A1D80A0-ECF4-4B0B-A584-ECA9A7C39B75}" dt="2024-04-19T13:15:27.633" v="77" actId="21"/>
          <ac:spMkLst>
            <pc:docMk/>
            <pc:sldMk cId="2587148372" sldId="1443"/>
            <ac:spMk id="3" creationId="{0C0E6CCE-9ADC-2F71-1962-3D50E78AE8F9}"/>
          </ac:spMkLst>
        </pc:spChg>
        <pc:spChg chg="add mod">
          <ac:chgData name="HARSHINI MARYADA" userId="aa8c9f51cfa61bbb" providerId="LiveId" clId="{2A1D80A0-ECF4-4B0B-A584-ECA9A7C39B75}" dt="2024-04-19T13:19:00.824" v="172" actId="14100"/>
          <ac:spMkLst>
            <pc:docMk/>
            <pc:sldMk cId="2587148372" sldId="1443"/>
            <ac:spMk id="6" creationId="{A7692B0B-B3F4-27D5-55AC-CAE08FB41A87}"/>
          </ac:spMkLst>
        </pc:spChg>
        <pc:spChg chg="add mod">
          <ac:chgData name="HARSHINI MARYADA" userId="aa8c9f51cfa61bbb" providerId="LiveId" clId="{2A1D80A0-ECF4-4B0B-A584-ECA9A7C39B75}" dt="2024-04-19T13:19:19.632" v="176" actId="6549"/>
          <ac:spMkLst>
            <pc:docMk/>
            <pc:sldMk cId="2587148372" sldId="1443"/>
            <ac:spMk id="7" creationId="{C2A7AA6C-68EA-680F-1EAC-8C4C9942D74A}"/>
          </ac:spMkLst>
        </pc:spChg>
        <pc:spChg chg="add mod">
          <ac:chgData name="HARSHINI MARYADA" userId="aa8c9f51cfa61bbb" providerId="LiveId" clId="{2A1D80A0-ECF4-4B0B-A584-ECA9A7C39B75}" dt="2024-04-19T13:15:18.892" v="76"/>
          <ac:spMkLst>
            <pc:docMk/>
            <pc:sldMk cId="2587148372" sldId="1443"/>
            <ac:spMk id="8" creationId="{ACBADDA1-1203-199C-2EDF-67272F69265A}"/>
          </ac:spMkLst>
        </pc:spChg>
        <pc:spChg chg="add mod">
          <ac:chgData name="HARSHINI MARYADA" userId="aa8c9f51cfa61bbb" providerId="LiveId" clId="{2A1D80A0-ECF4-4B0B-A584-ECA9A7C39B75}" dt="2024-04-19T13:15:54.045" v="109" actId="20577"/>
          <ac:spMkLst>
            <pc:docMk/>
            <pc:sldMk cId="2587148372" sldId="1443"/>
            <ac:spMk id="9" creationId="{C0EB83F5-ED7D-A1C6-6F74-321686FE3F4E}"/>
          </ac:spMkLst>
        </pc:spChg>
        <pc:spChg chg="add del mod">
          <ac:chgData name="HARSHINI MARYADA" userId="aa8c9f51cfa61bbb" providerId="LiveId" clId="{2A1D80A0-ECF4-4B0B-A584-ECA9A7C39B75}" dt="2024-04-19T13:18:06.462" v="146" actId="21"/>
          <ac:spMkLst>
            <pc:docMk/>
            <pc:sldMk cId="2587148372" sldId="1443"/>
            <ac:spMk id="10" creationId="{0C0E6CCE-9ADC-2F71-1962-3D50E78AE8F9}"/>
          </ac:spMkLst>
        </pc:spChg>
        <pc:spChg chg="add mod">
          <ac:chgData name="HARSHINI MARYADA" userId="aa8c9f51cfa61bbb" providerId="LiveId" clId="{2A1D80A0-ECF4-4B0B-A584-ECA9A7C39B75}" dt="2024-04-19T13:20:20.054" v="180"/>
          <ac:spMkLst>
            <pc:docMk/>
            <pc:sldMk cId="2587148372" sldId="1443"/>
            <ac:spMk id="15" creationId="{A8DE5BE1-EC87-E9B9-F8A5-F6C51BD3DCE2}"/>
          </ac:spMkLst>
        </pc:spChg>
        <pc:spChg chg="add mod">
          <ac:chgData name="HARSHINI MARYADA" userId="aa8c9f51cfa61bbb" providerId="LiveId" clId="{2A1D80A0-ECF4-4B0B-A584-ECA9A7C39B75}" dt="2024-04-19T13:23:18.741" v="284" actId="20577"/>
          <ac:spMkLst>
            <pc:docMk/>
            <pc:sldMk cId="2587148372" sldId="1443"/>
            <ac:spMk id="16" creationId="{562EB956-3F1C-089F-1981-AE8B32275B8E}"/>
          </ac:spMkLst>
        </pc:spChg>
        <pc:spChg chg="add mod">
          <ac:chgData name="HARSHINI MARYADA" userId="aa8c9f51cfa61bbb" providerId="LiveId" clId="{2A1D80A0-ECF4-4B0B-A584-ECA9A7C39B75}" dt="2024-04-19T13:20:20.054" v="180"/>
          <ac:spMkLst>
            <pc:docMk/>
            <pc:sldMk cId="2587148372" sldId="1443"/>
            <ac:spMk id="17" creationId="{599C496E-E697-0E78-0731-488C5063459C}"/>
          </ac:spMkLst>
        </pc:spChg>
        <pc:spChg chg="add mod">
          <ac:chgData name="HARSHINI MARYADA" userId="aa8c9f51cfa61bbb" providerId="LiveId" clId="{2A1D80A0-ECF4-4B0B-A584-ECA9A7C39B75}" dt="2024-04-19T13:36:21.575" v="340" actId="20577"/>
          <ac:spMkLst>
            <pc:docMk/>
            <pc:sldMk cId="2587148372" sldId="1443"/>
            <ac:spMk id="18" creationId="{E9D36F3F-F6DA-0B64-BF37-7D759A9308FF}"/>
          </ac:spMkLst>
        </pc:spChg>
        <pc:spChg chg="add mod">
          <ac:chgData name="HARSHINI MARYADA" userId="aa8c9f51cfa61bbb" providerId="LiveId" clId="{2A1D80A0-ECF4-4B0B-A584-ECA9A7C39B75}" dt="2024-04-19T13:20:20.054" v="180"/>
          <ac:spMkLst>
            <pc:docMk/>
            <pc:sldMk cId="2587148372" sldId="1443"/>
            <ac:spMk id="19" creationId="{AF7349F7-F6C4-9570-883C-52AAF0D494BE}"/>
          </ac:spMkLst>
        </pc:spChg>
        <pc:spChg chg="add mod">
          <ac:chgData name="HARSHINI MARYADA" userId="aa8c9f51cfa61bbb" providerId="LiveId" clId="{2A1D80A0-ECF4-4B0B-A584-ECA9A7C39B75}" dt="2024-04-19T13:20:29.512" v="197" actId="20577"/>
          <ac:spMkLst>
            <pc:docMk/>
            <pc:sldMk cId="2587148372" sldId="1443"/>
            <ac:spMk id="20" creationId="{3638717E-500D-D45D-B281-8D0F7347AB24}"/>
          </ac:spMkLst>
        </pc:spChg>
        <pc:spChg chg="add mod">
          <ac:chgData name="HARSHINI MARYADA" userId="aa8c9f51cfa61bbb" providerId="LiveId" clId="{2A1D80A0-ECF4-4B0B-A584-ECA9A7C39B75}" dt="2024-04-19T13:20:20.054" v="180"/>
          <ac:spMkLst>
            <pc:docMk/>
            <pc:sldMk cId="2587148372" sldId="1443"/>
            <ac:spMk id="21" creationId="{94C259E6-3F40-F7E0-FBFE-9093FC517DC4}"/>
          </ac:spMkLst>
        </pc:spChg>
        <pc:spChg chg="add mod">
          <ac:chgData name="HARSHINI MARYADA" userId="aa8c9f51cfa61bbb" providerId="LiveId" clId="{2A1D80A0-ECF4-4B0B-A584-ECA9A7C39B75}" dt="2024-04-19T13:20:45.047" v="227" actId="20577"/>
          <ac:spMkLst>
            <pc:docMk/>
            <pc:sldMk cId="2587148372" sldId="1443"/>
            <ac:spMk id="22" creationId="{76DAD4D0-D86C-CB39-4C83-A0F925413CD4}"/>
          </ac:spMkLst>
        </pc:spChg>
        <pc:grpChg chg="add del mod">
          <ac:chgData name="HARSHINI MARYADA" userId="aa8c9f51cfa61bbb" providerId="LiveId" clId="{2A1D80A0-ECF4-4B0B-A584-ECA9A7C39B75}" dt="2024-04-19T13:19:29.547" v="178" actId="21"/>
          <ac:grpSpMkLst>
            <pc:docMk/>
            <pc:sldMk cId="2587148372" sldId="1443"/>
            <ac:grpSpMk id="4" creationId="{27B21C19-A3D6-A337-FD92-66B7DE7C7613}"/>
          </ac:grpSpMkLst>
        </pc:grpChg>
        <pc:grpChg chg="add del mod">
          <ac:chgData name="HARSHINI MARYADA" userId="aa8c9f51cfa61bbb" providerId="LiveId" clId="{2A1D80A0-ECF4-4B0B-A584-ECA9A7C39B75}" dt="2024-04-19T13:19:26.151" v="177" actId="21"/>
          <ac:grpSpMkLst>
            <pc:docMk/>
            <pc:sldMk cId="2587148372" sldId="1443"/>
            <ac:grpSpMk id="5" creationId="{2D8DE76D-ACF8-EEDF-FA86-156B96E9E615}"/>
          </ac:grpSpMkLst>
        </pc:grpChg>
        <pc:grpChg chg="add mod">
          <ac:chgData name="HARSHINI MARYADA" userId="aa8c9f51cfa61bbb" providerId="LiveId" clId="{2A1D80A0-ECF4-4B0B-A584-ECA9A7C39B75}" dt="2024-04-19T13:52:51.702" v="425" actId="1036"/>
          <ac:grpSpMkLst>
            <pc:docMk/>
            <pc:sldMk cId="2587148372" sldId="1443"/>
            <ac:grpSpMk id="11" creationId="{E41166C5-A54C-1C27-7DDD-392E5088B4D1}"/>
          </ac:grpSpMkLst>
        </pc:grpChg>
        <pc:grpChg chg="add mod">
          <ac:chgData name="HARSHINI MARYADA" userId="aa8c9f51cfa61bbb" providerId="LiveId" clId="{2A1D80A0-ECF4-4B0B-A584-ECA9A7C39B75}" dt="2024-04-19T13:52:51.702" v="425" actId="1036"/>
          <ac:grpSpMkLst>
            <pc:docMk/>
            <pc:sldMk cId="2587148372" sldId="1443"/>
            <ac:grpSpMk id="12" creationId="{D6C0E202-8D62-84A0-421C-E6C2DB70B15E}"/>
          </ac:grpSpMkLst>
        </pc:grpChg>
        <pc:grpChg chg="add mod">
          <ac:chgData name="HARSHINI MARYADA" userId="aa8c9f51cfa61bbb" providerId="LiveId" clId="{2A1D80A0-ECF4-4B0B-A584-ECA9A7C39B75}" dt="2024-04-19T13:20:20.054" v="180"/>
          <ac:grpSpMkLst>
            <pc:docMk/>
            <pc:sldMk cId="2587148372" sldId="1443"/>
            <ac:grpSpMk id="13" creationId="{F1BBA2AA-0C6D-F4A2-0369-3F28321FFCBC}"/>
          </ac:grpSpMkLst>
        </pc:grpChg>
        <pc:grpChg chg="add mod">
          <ac:chgData name="HARSHINI MARYADA" userId="aa8c9f51cfa61bbb" providerId="LiveId" clId="{2A1D80A0-ECF4-4B0B-A584-ECA9A7C39B75}" dt="2024-04-19T13:20:20.054" v="180"/>
          <ac:grpSpMkLst>
            <pc:docMk/>
            <pc:sldMk cId="2587148372" sldId="1443"/>
            <ac:grpSpMk id="14" creationId="{19705BDE-25D3-D700-3E78-CCFE9909DB4A}"/>
          </ac:grpSpMkLst>
        </pc:grpChg>
      </pc:sldChg>
      <pc:sldChg chg="delSp modSp new mod">
        <pc:chgData name="HARSHINI MARYADA" userId="aa8c9f51cfa61bbb" providerId="LiveId" clId="{2A1D80A0-ECF4-4B0B-A584-ECA9A7C39B75}" dt="2024-04-19T13:35:42.964" v="328" actId="27636"/>
        <pc:sldMkLst>
          <pc:docMk/>
          <pc:sldMk cId="2534561094" sldId="1444"/>
        </pc:sldMkLst>
        <pc:spChg chg="del">
          <ac:chgData name="HARSHINI MARYADA" userId="aa8c9f51cfa61bbb" providerId="LiveId" clId="{2A1D80A0-ECF4-4B0B-A584-ECA9A7C39B75}" dt="2024-04-19T13:34:57.231" v="322" actId="21"/>
          <ac:spMkLst>
            <pc:docMk/>
            <pc:sldMk cId="2534561094" sldId="1444"/>
            <ac:spMk id="2" creationId="{5DB4FC25-F99C-6BB7-5AF8-5EB14976C921}"/>
          </ac:spMkLst>
        </pc:spChg>
        <pc:spChg chg="mod">
          <ac:chgData name="HARSHINI MARYADA" userId="aa8c9f51cfa61bbb" providerId="LiveId" clId="{2A1D80A0-ECF4-4B0B-A584-ECA9A7C39B75}" dt="2024-04-19T13:35:42.964" v="328" actId="27636"/>
          <ac:spMkLst>
            <pc:docMk/>
            <pc:sldMk cId="2534561094" sldId="1444"/>
            <ac:spMk id="3" creationId="{9DD473BD-CF6B-DFF4-94F7-5891309A64E5}"/>
          </ac:spMkLst>
        </pc:spChg>
      </pc:sldChg>
      <pc:sldChg chg="add del">
        <pc:chgData name="HARSHINI MARYADA" userId="aa8c9f51cfa61bbb" providerId="LiveId" clId="{2A1D80A0-ECF4-4B0B-A584-ECA9A7C39B75}" dt="2024-04-19T13:51:32.885" v="417" actId="2696"/>
        <pc:sldMkLst>
          <pc:docMk/>
          <pc:sldMk cId="871129392" sldId="1445"/>
        </pc:sldMkLst>
      </pc:sldChg>
      <pc:sldChg chg="add del">
        <pc:chgData name="HARSHINI MARYADA" userId="aa8c9f51cfa61bbb" providerId="LiveId" clId="{2A1D80A0-ECF4-4B0B-A584-ECA9A7C39B75}" dt="2024-04-19T13:37:59.934" v="349" actId="2696"/>
        <pc:sldMkLst>
          <pc:docMk/>
          <pc:sldMk cId="1705688965" sldId="1445"/>
        </pc:sldMkLst>
      </pc:sldChg>
      <pc:sldChg chg="addSp delSp modSp new del mod">
        <pc:chgData name="HARSHINI MARYADA" userId="aa8c9f51cfa61bbb" providerId="LiveId" clId="{2A1D80A0-ECF4-4B0B-A584-ECA9A7C39B75}" dt="2024-04-20T12:44:05.862" v="615" actId="2696"/>
        <pc:sldMkLst>
          <pc:docMk/>
          <pc:sldMk cId="2203948552" sldId="1445"/>
        </pc:sldMkLst>
        <pc:spChg chg="mod">
          <ac:chgData name="HARSHINI MARYADA" userId="aa8c9f51cfa61bbb" providerId="LiveId" clId="{2A1D80A0-ECF4-4B0B-A584-ECA9A7C39B75}" dt="2024-04-20T12:42:19.815" v="610" actId="20577"/>
          <ac:spMkLst>
            <pc:docMk/>
            <pc:sldMk cId="2203948552" sldId="1445"/>
            <ac:spMk id="2" creationId="{42E97BDA-90F2-581B-C96F-5D16EA7CF115}"/>
          </ac:spMkLst>
        </pc:spChg>
        <pc:spChg chg="del mod">
          <ac:chgData name="HARSHINI MARYADA" userId="aa8c9f51cfa61bbb" providerId="LiveId" clId="{2A1D80A0-ECF4-4B0B-A584-ECA9A7C39B75}" dt="2024-04-19T14:30:45.028" v="578" actId="21"/>
          <ac:spMkLst>
            <pc:docMk/>
            <pc:sldMk cId="2203948552" sldId="1445"/>
            <ac:spMk id="3" creationId="{B38579F1-7E0D-331F-C997-904D77C172EA}"/>
          </ac:spMkLst>
        </pc:spChg>
        <pc:spChg chg="add del mod">
          <ac:chgData name="HARSHINI MARYADA" userId="aa8c9f51cfa61bbb" providerId="LiveId" clId="{2A1D80A0-ECF4-4B0B-A584-ECA9A7C39B75}" dt="2024-04-19T14:31:17.144" v="581" actId="21"/>
          <ac:spMkLst>
            <pc:docMk/>
            <pc:sldMk cId="2203948552" sldId="1445"/>
            <ac:spMk id="5" creationId="{63D88736-B6ED-0E9A-9930-8731CE28F8C0}"/>
          </ac:spMkLst>
        </pc:spChg>
      </pc:sldChg>
      <pc:sldChg chg="addSp delSp modSp mod modTransition">
        <pc:chgData name="HARSHINI MARYADA" userId="aa8c9f51cfa61bbb" providerId="LiveId" clId="{2A1D80A0-ECF4-4B0B-A584-ECA9A7C39B75}" dt="2024-04-22T13:41:38.389" v="3048"/>
        <pc:sldMkLst>
          <pc:docMk/>
          <pc:sldMk cId="1297005043" sldId="1446"/>
        </pc:sldMkLst>
        <pc:spChg chg="mod">
          <ac:chgData name="HARSHINI MARYADA" userId="aa8c9f51cfa61bbb" providerId="LiveId" clId="{2A1D80A0-ECF4-4B0B-A584-ECA9A7C39B75}" dt="2024-04-22T13:41:38.389" v="3048"/>
          <ac:spMkLst>
            <pc:docMk/>
            <pc:sldMk cId="1297005043" sldId="1446"/>
            <ac:spMk id="2" creationId="{200BDFD7-7E20-0E74-E4F0-87059FE4C601}"/>
          </ac:spMkLst>
        </pc:spChg>
        <pc:spChg chg="del mod">
          <ac:chgData name="HARSHINI MARYADA" userId="aa8c9f51cfa61bbb" providerId="LiveId" clId="{2A1D80A0-ECF4-4B0B-A584-ECA9A7C39B75}" dt="2024-04-19T16:47:02.514" v="598" actId="21"/>
          <ac:spMkLst>
            <pc:docMk/>
            <pc:sldMk cId="1297005043" sldId="1446"/>
            <ac:spMk id="3" creationId="{48D8BBF9-C877-F5EB-5299-9A0C1E986438}"/>
          </ac:spMkLst>
        </pc:spChg>
        <pc:spChg chg="add del mod">
          <ac:chgData name="HARSHINI MARYADA" userId="aa8c9f51cfa61bbb" providerId="LiveId" clId="{2A1D80A0-ECF4-4B0B-A584-ECA9A7C39B75}" dt="2024-04-19T16:47:06.393" v="599" actId="21"/>
          <ac:spMkLst>
            <pc:docMk/>
            <pc:sldMk cId="1297005043" sldId="1446"/>
            <ac:spMk id="5" creationId="{5E28C2F1-6378-2594-CB44-B46022D8AF8A}"/>
          </ac:spMkLst>
        </pc:spChg>
      </pc:sldChg>
      <pc:sldChg chg="add del">
        <pc:chgData name="HARSHINI MARYADA" userId="aa8c9f51cfa61bbb" providerId="LiveId" clId="{2A1D80A0-ECF4-4B0B-A584-ECA9A7C39B75}" dt="2024-04-20T12:43:15.472" v="612" actId="2696"/>
        <pc:sldMkLst>
          <pc:docMk/>
          <pc:sldMk cId="1675558071" sldId="1447"/>
        </pc:sldMkLst>
      </pc:sldChg>
      <pc:sldChg chg="modSp add mod modAnim">
        <pc:chgData name="HARSHINI MARYADA" userId="aa8c9f51cfa61bbb" providerId="LiveId" clId="{2A1D80A0-ECF4-4B0B-A584-ECA9A7C39B75}" dt="2024-04-22T17:50:07.776" v="3079"/>
        <pc:sldMkLst>
          <pc:docMk/>
          <pc:sldMk cId="2413014851" sldId="1447"/>
        </pc:sldMkLst>
        <pc:spChg chg="mod">
          <ac:chgData name="HARSHINI MARYADA" userId="aa8c9f51cfa61bbb" providerId="LiveId" clId="{2A1D80A0-ECF4-4B0B-A584-ECA9A7C39B75}" dt="2024-04-20T12:46:21.417" v="616" actId="207"/>
          <ac:spMkLst>
            <pc:docMk/>
            <pc:sldMk cId="2413014851" sldId="1447"/>
            <ac:spMk id="3" creationId="{18CAC374-DBC3-C725-35D7-238E733B80B2}"/>
          </ac:spMkLst>
        </pc:spChg>
      </pc:sldChg>
      <pc:sldChg chg="modSp add del mod">
        <pc:chgData name="HARSHINI MARYADA" userId="aa8c9f51cfa61bbb" providerId="LiveId" clId="{2A1D80A0-ECF4-4B0B-A584-ECA9A7C39B75}" dt="2024-04-20T13:47:21.144" v="891" actId="2696"/>
        <pc:sldMkLst>
          <pc:docMk/>
          <pc:sldMk cId="1936686664" sldId="1448"/>
        </pc:sldMkLst>
        <pc:spChg chg="mod">
          <ac:chgData name="HARSHINI MARYADA" userId="aa8c9f51cfa61bbb" providerId="LiveId" clId="{2A1D80A0-ECF4-4B0B-A584-ECA9A7C39B75}" dt="2024-04-20T13:47:06.239" v="890" actId="14100"/>
          <ac:spMkLst>
            <pc:docMk/>
            <pc:sldMk cId="1936686664" sldId="1448"/>
            <ac:spMk id="3" creationId="{23A9AEC5-6396-63E9-024F-17C443E328B2}"/>
          </ac:spMkLst>
        </pc:spChg>
      </pc:sldChg>
      <pc:sldChg chg="addSp delSp modSp add mod modTransition">
        <pc:chgData name="HARSHINI MARYADA" userId="aa8c9f51cfa61bbb" providerId="LiveId" clId="{2A1D80A0-ECF4-4B0B-A584-ECA9A7C39B75}" dt="2024-04-22T12:28:59.277" v="2287" actId="20577"/>
        <pc:sldMkLst>
          <pc:docMk/>
          <pc:sldMk cId="3279094327" sldId="1448"/>
        </pc:sldMkLst>
        <pc:spChg chg="del">
          <ac:chgData name="HARSHINI MARYADA" userId="aa8c9f51cfa61bbb" providerId="LiveId" clId="{2A1D80A0-ECF4-4B0B-A584-ECA9A7C39B75}" dt="2024-04-20T14:14:21.835" v="1046" actId="21"/>
          <ac:spMkLst>
            <pc:docMk/>
            <pc:sldMk cId="3279094327" sldId="1448"/>
            <ac:spMk id="2" creationId="{6F285A3F-737D-A0A4-A707-640A82F06063}"/>
          </ac:spMkLst>
        </pc:spChg>
        <pc:spChg chg="del mod">
          <ac:chgData name="HARSHINI MARYADA" userId="aa8c9f51cfa61bbb" providerId="LiveId" clId="{2A1D80A0-ECF4-4B0B-A584-ECA9A7C39B75}" dt="2024-04-22T12:28:07.135" v="2274" actId="21"/>
          <ac:spMkLst>
            <pc:docMk/>
            <pc:sldMk cId="3279094327" sldId="1448"/>
            <ac:spMk id="4" creationId="{84E72BF8-E950-8AAE-19F6-AB88618BE205}"/>
          </ac:spMkLst>
        </pc:spChg>
        <pc:spChg chg="add del mod">
          <ac:chgData name="HARSHINI MARYADA" userId="aa8c9f51cfa61bbb" providerId="LiveId" clId="{2A1D80A0-ECF4-4B0B-A584-ECA9A7C39B75}" dt="2024-04-20T14:14:25.801" v="1047" actId="21"/>
          <ac:spMkLst>
            <pc:docMk/>
            <pc:sldMk cId="3279094327" sldId="1448"/>
            <ac:spMk id="5" creationId="{7BA2082B-AF11-F546-2028-B1B366F42979}"/>
          </ac:spMkLst>
        </pc:spChg>
        <pc:spChg chg="add del mod">
          <ac:chgData name="HARSHINI MARYADA" userId="aa8c9f51cfa61bbb" providerId="LiveId" clId="{2A1D80A0-ECF4-4B0B-A584-ECA9A7C39B75}" dt="2024-04-20T14:15:12.010" v="1052" actId="21"/>
          <ac:spMkLst>
            <pc:docMk/>
            <pc:sldMk cId="3279094327" sldId="1448"/>
            <ac:spMk id="6" creationId="{7BA2082B-AF11-F546-2028-B1B366F42979}"/>
          </ac:spMkLst>
        </pc:spChg>
        <pc:spChg chg="add mod">
          <ac:chgData name="HARSHINI MARYADA" userId="aa8c9f51cfa61bbb" providerId="LiveId" clId="{2A1D80A0-ECF4-4B0B-A584-ECA9A7C39B75}" dt="2024-04-22T12:28:59.277" v="2287" actId="20577"/>
          <ac:spMkLst>
            <pc:docMk/>
            <pc:sldMk cId="3279094327" sldId="1448"/>
            <ac:spMk id="8" creationId="{E5E6B366-DAFE-6256-90EF-20A1BFA4B604}"/>
          </ac:spMkLst>
        </pc:spChg>
      </pc:sldChg>
      <pc:sldChg chg="modSp mod modTransition">
        <pc:chgData name="HARSHINI MARYADA" userId="aa8c9f51cfa61bbb" providerId="LiveId" clId="{2A1D80A0-ECF4-4B0B-A584-ECA9A7C39B75}" dt="2024-04-22T13:38:22.545" v="3047" actId="113"/>
        <pc:sldMkLst>
          <pc:docMk/>
          <pc:sldMk cId="2960629058" sldId="1450"/>
        </pc:sldMkLst>
        <pc:spChg chg="mod">
          <ac:chgData name="HARSHINI MARYADA" userId="aa8c9f51cfa61bbb" providerId="LiveId" clId="{2A1D80A0-ECF4-4B0B-A584-ECA9A7C39B75}" dt="2024-04-22T13:38:22.545" v="3047" actId="113"/>
          <ac:spMkLst>
            <pc:docMk/>
            <pc:sldMk cId="2960629058" sldId="1450"/>
            <ac:spMk id="2" creationId="{6D79754F-CD93-CA75-6E8D-6E6A469779EB}"/>
          </ac:spMkLst>
        </pc:spChg>
        <pc:spChg chg="mod">
          <ac:chgData name="HARSHINI MARYADA" userId="aa8c9f51cfa61bbb" providerId="LiveId" clId="{2A1D80A0-ECF4-4B0B-A584-ECA9A7C39B75}" dt="2024-04-22T13:38:12.452" v="3046" actId="207"/>
          <ac:spMkLst>
            <pc:docMk/>
            <pc:sldMk cId="2960629058" sldId="1450"/>
            <ac:spMk id="3" creationId="{F44C2177-DEF6-D6D3-4237-488839623870}"/>
          </ac:spMkLst>
        </pc:spChg>
      </pc:sldChg>
      <pc:sldChg chg="addSp delSp modSp new mod modAnim">
        <pc:chgData name="HARSHINI MARYADA" userId="aa8c9f51cfa61bbb" providerId="LiveId" clId="{2A1D80A0-ECF4-4B0B-A584-ECA9A7C39B75}" dt="2024-04-22T13:08:04.166" v="2702" actId="27636"/>
        <pc:sldMkLst>
          <pc:docMk/>
          <pc:sldMk cId="2751857788" sldId="1452"/>
        </pc:sldMkLst>
        <pc:spChg chg="del">
          <ac:chgData name="HARSHINI MARYADA" userId="aa8c9f51cfa61bbb" providerId="LiveId" clId="{2A1D80A0-ECF4-4B0B-A584-ECA9A7C39B75}" dt="2024-04-22T13:08:00.008" v="2700" actId="21"/>
          <ac:spMkLst>
            <pc:docMk/>
            <pc:sldMk cId="2751857788" sldId="1452"/>
            <ac:spMk id="2" creationId="{65805DFB-CDEC-49BD-A8FE-72374F563387}"/>
          </ac:spMkLst>
        </pc:spChg>
        <pc:spChg chg="del">
          <ac:chgData name="HARSHINI MARYADA" userId="aa8c9f51cfa61bbb" providerId="LiveId" clId="{2A1D80A0-ECF4-4B0B-A584-ECA9A7C39B75}" dt="2024-04-22T13:07:57.355" v="2699" actId="21"/>
          <ac:spMkLst>
            <pc:docMk/>
            <pc:sldMk cId="2751857788" sldId="1452"/>
            <ac:spMk id="3" creationId="{741E2E38-124D-1FA9-789C-4CBBAD3CF2FD}"/>
          </ac:spMkLst>
        </pc:spChg>
        <pc:spChg chg="add mod">
          <ac:chgData name="HARSHINI MARYADA" userId="aa8c9f51cfa61bbb" providerId="LiveId" clId="{2A1D80A0-ECF4-4B0B-A584-ECA9A7C39B75}" dt="2024-04-22T13:08:04.166" v="2702" actId="27636"/>
          <ac:spMkLst>
            <pc:docMk/>
            <pc:sldMk cId="2751857788" sldId="1452"/>
            <ac:spMk id="4" creationId="{84724660-1417-61FB-4985-AE8F9B26EDCA}"/>
          </ac:spMkLst>
        </pc:spChg>
        <pc:spChg chg="add mod">
          <ac:chgData name="HARSHINI MARYADA" userId="aa8c9f51cfa61bbb" providerId="LiveId" clId="{2A1D80A0-ECF4-4B0B-A584-ECA9A7C39B75}" dt="2024-04-22T13:03:29.646" v="2679"/>
          <ac:spMkLst>
            <pc:docMk/>
            <pc:sldMk cId="2751857788" sldId="1452"/>
            <ac:spMk id="5" creationId="{EA6E7811-FE72-1BDB-5AE6-D31896D5EFD2}"/>
          </ac:spMkLst>
        </pc:spChg>
      </pc:sldChg>
      <pc:sldChg chg="addSp delSp modSp new del mod">
        <pc:chgData name="HARSHINI MARYADA" userId="aa8c9f51cfa61bbb" providerId="LiveId" clId="{2A1D80A0-ECF4-4B0B-A584-ECA9A7C39B75}" dt="2024-04-22T13:07:52.351" v="2698" actId="2696"/>
        <pc:sldMkLst>
          <pc:docMk/>
          <pc:sldMk cId="1739844368" sldId="1453"/>
        </pc:sldMkLst>
        <pc:spChg chg="del">
          <ac:chgData name="HARSHINI MARYADA" userId="aa8c9f51cfa61bbb" providerId="LiveId" clId="{2A1D80A0-ECF4-4B0B-A584-ECA9A7C39B75}" dt="2024-04-22T13:05:07.022" v="2687" actId="21"/>
          <ac:spMkLst>
            <pc:docMk/>
            <pc:sldMk cId="1739844368" sldId="1453"/>
            <ac:spMk id="2" creationId="{D15C353B-6E7D-C996-6C70-CB6334A1BC86}"/>
          </ac:spMkLst>
        </pc:spChg>
        <pc:spChg chg="del">
          <ac:chgData name="HARSHINI MARYADA" userId="aa8c9f51cfa61bbb" providerId="LiveId" clId="{2A1D80A0-ECF4-4B0B-A584-ECA9A7C39B75}" dt="2024-04-22T13:05:01.301" v="2686" actId="21"/>
          <ac:spMkLst>
            <pc:docMk/>
            <pc:sldMk cId="1739844368" sldId="1453"/>
            <ac:spMk id="3" creationId="{437CC4CC-374E-A56B-2303-0E5DC76D0483}"/>
          </ac:spMkLst>
        </pc:spChg>
        <pc:spChg chg="add del mod">
          <ac:chgData name="HARSHINI MARYADA" userId="aa8c9f51cfa61bbb" providerId="LiveId" clId="{2A1D80A0-ECF4-4B0B-A584-ECA9A7C39B75}" dt="2024-04-22T13:05:12.609" v="2689" actId="21"/>
          <ac:spMkLst>
            <pc:docMk/>
            <pc:sldMk cId="1739844368" sldId="1453"/>
            <ac:spMk id="4" creationId="{D15C353B-6E7D-C996-6C70-CB6334A1BC86}"/>
          </ac:spMkLst>
        </pc:spChg>
      </pc:sldChg>
      <pc:sldChg chg="add">
        <pc:chgData name="HARSHINI MARYADA" userId="aa8c9f51cfa61bbb" providerId="LiveId" clId="{2A1D80A0-ECF4-4B0B-A584-ECA9A7C39B75}" dt="2024-04-22T13:06:49.153" v="2694"/>
        <pc:sldMkLst>
          <pc:docMk/>
          <pc:sldMk cId="2711134120" sldId="1454"/>
        </pc:sldMkLst>
      </pc:sldChg>
      <pc:sldChg chg="modSp mod">
        <pc:chgData name="HARSHINI MARYADA" userId="aa8c9f51cfa61bbb" providerId="LiveId" clId="{2A1D80A0-ECF4-4B0B-A584-ECA9A7C39B75}" dt="2024-04-23T06:18:22.250" v="3082" actId="1076"/>
        <pc:sldMkLst>
          <pc:docMk/>
          <pc:sldMk cId="762686393" sldId="1455"/>
        </pc:sldMkLst>
        <pc:spChg chg="mod">
          <ac:chgData name="HARSHINI MARYADA" userId="aa8c9f51cfa61bbb" providerId="LiveId" clId="{2A1D80A0-ECF4-4B0B-A584-ECA9A7C39B75}" dt="2024-04-23T06:18:22.250" v="3082" actId="1076"/>
          <ac:spMkLst>
            <pc:docMk/>
            <pc:sldMk cId="762686393" sldId="1455"/>
            <ac:spMk id="3" creationId="{291A17A4-387E-6283-2FD1-F2475511082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9B3372-74CF-4E21-A4D4-286B22AA5A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3762BE-D43C-49F5-99A5-BF49C69592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5766F-5EC0-4797-B4D1-777FCB005B11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9E452-9BCA-4AF5-9A9C-233BF410EA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F9F63-CE4F-44E2-A07D-7E654DE9F57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AC76B-F5B1-4D6E-BACD-2A80744AC9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1452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4B5EC-152C-4627-80C0-63B10D5574EF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EE60E-651F-40CC-AD73-C00F10CE42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41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EEE60E-651F-40CC-AD73-C00F10CE42B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8679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EEE60E-651F-40CC-AD73-C00F10CE42B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7621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EEE60E-651F-40CC-AD73-C00F10CE42B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8277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EEE60E-651F-40CC-AD73-C00F10CE42B6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1102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25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80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27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1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05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62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14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40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25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28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45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52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53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60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16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05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0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9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2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2.bin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people.cs.umass.edu/~phillipa/CSE390/Transport.pptx" TargetMode="Externa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eserve.com/pbenning/tcp-fairness-powerpoint-ppt-presentation" TargetMode="External"/><Relationship Id="rId3" Type="http://schemas.openxmlformats.org/officeDocument/2006/relationships/hyperlink" Target="https://slideplayer.com/slide/6466058/#google_vignette" TargetMode="External"/><Relationship Id="rId7" Type="http://schemas.openxmlformats.org/officeDocument/2006/relationships/hyperlink" Target="https://www.slideserve.com/lovey/congestion-control-and-active-queue-management" TargetMode="External"/><Relationship Id="rId2" Type="http://schemas.openxmlformats.org/officeDocument/2006/relationships/hyperlink" Target="https://www.ucg.ac.me/skladiste/blog_44233/objava_64433/fajlovi/Computer%20Networking%20_%20A%20Top%20Down%20Approach,%207th,%20converted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lideplayer.com/amp/8694372/" TargetMode="External"/><Relationship Id="rId5" Type="http://schemas.openxmlformats.org/officeDocument/2006/relationships/hyperlink" Target="https://www.researchgate.net/publication/2937689" TargetMode="External"/><Relationship Id="rId4" Type="http://schemas.openxmlformats.org/officeDocument/2006/relationships/hyperlink" Target="https://miet.ac.in/assets/uploads/cs/TCP.pdf" TargetMode="Externa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8732" y="2028898"/>
            <a:ext cx="9614535" cy="2569978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72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W Cen MT"/>
              </a:rPr>
              <a:t>TCP congestion control</a:t>
            </a:r>
            <a:br>
              <a:rPr lang="en-US" sz="7200" b="1" dirty="0"/>
            </a:br>
            <a:endParaRPr lang="en-US" sz="5400" b="1" dirty="0">
              <a:latin typeface="Rockwell" panose="02060603020205020403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8725B-6E40-4D82-B375-7831D81C29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07224" y="4719637"/>
            <a:ext cx="5194935" cy="2133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endParaRPr lang="en-US" sz="1600" dirty="0">
              <a:solidFill>
                <a:schemeClr val="tx1"/>
              </a:solidFill>
              <a:latin typeface="Comic Sans MS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F06C3-2885-87CD-880F-B9D1EA986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5945187" cy="1319544"/>
          </a:xfrm>
        </p:spPr>
        <p:txBody>
          <a:bodyPr>
            <a:normAutofit/>
          </a:bodyPr>
          <a:lstStyle/>
          <a:p>
            <a:r>
              <a:rPr lang="en-US" sz="4000" b="1"/>
              <a:t>What is Congestion?</a:t>
            </a:r>
            <a:endParaRPr lang="en-IN" sz="40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88797-9AD6-453A-6F16-730AC624BD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121" y="2104102"/>
            <a:ext cx="8612187" cy="390340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2800"/>
              <a:t>Congestion is when a place or thing is</a:t>
            </a:r>
          </a:p>
          <a:p>
            <a:pPr marL="0" indent="0">
              <a:buNone/>
            </a:pPr>
            <a:r>
              <a:rPr lang="en-US" sz="2800"/>
              <a:t>   too </a:t>
            </a:r>
            <a:r>
              <a:rPr lang="en-US" sz="2800" u="sng"/>
              <a:t>crowded </a:t>
            </a:r>
            <a:r>
              <a:rPr lang="en-US" sz="2800"/>
              <a:t>or </a:t>
            </a:r>
            <a:r>
              <a:rPr lang="en-US" sz="2800" u="sng"/>
              <a:t>full</a:t>
            </a:r>
            <a:r>
              <a:rPr lang="en-US" sz="2800"/>
              <a:t>.</a:t>
            </a:r>
          </a:p>
          <a:p>
            <a:pPr marL="0" indent="0">
              <a:buNone/>
            </a:pPr>
            <a:endParaRPr lang="en-US" sz="3600" b="1"/>
          </a:p>
          <a:p>
            <a:pPr marL="0" indent="0">
              <a:buNone/>
            </a:pPr>
            <a:r>
              <a:rPr lang="en-US" sz="3600" b="1"/>
              <a:t>In network system: </a:t>
            </a:r>
          </a:p>
          <a:p>
            <a:pPr>
              <a:lnSpc>
                <a:spcPct val="150000"/>
              </a:lnSpc>
            </a:pPr>
            <a:r>
              <a:rPr lang="en-US" sz="2800"/>
              <a:t>Congestion occurs when network resources are </a:t>
            </a:r>
            <a:r>
              <a:rPr lang="en-US" sz="2800" u="sng"/>
              <a:t>overloaded</a:t>
            </a:r>
            <a:r>
              <a:rPr lang="en-US" sz="2800"/>
              <a:t>. </a:t>
            </a:r>
          </a:p>
          <a:p>
            <a:pPr>
              <a:lnSpc>
                <a:spcPct val="150000"/>
              </a:lnSpc>
            </a:pPr>
            <a:r>
              <a:rPr lang="en-US" sz="2800"/>
              <a:t>Leading to delays, packet loss, and reduced throughput.</a:t>
            </a:r>
          </a:p>
          <a:p>
            <a:pPr marL="0" indent="0">
              <a:buNone/>
            </a:pPr>
            <a:endParaRPr lang="en-US" sz="2800" b="1">
              <a:latin typeface="+mj-lt"/>
            </a:endParaRPr>
          </a:p>
          <a:p>
            <a:pPr marL="0" indent="0">
              <a:buNone/>
            </a:pPr>
            <a:endParaRPr lang="en-US" sz="2800"/>
          </a:p>
          <a:p>
            <a:endParaRPr lang="en-IN"/>
          </a:p>
        </p:txBody>
      </p:sp>
      <p:pic>
        <p:nvPicPr>
          <p:cNvPr id="4" name="Picture 2" descr="The Ultimate Guide to Internet Congestion Control | Compira Labs">
            <a:extLst>
              <a:ext uri="{FF2B5EF4-FFF2-40B4-BE49-F238E27FC236}">
                <a16:creationId xmlns:a16="http://schemas.microsoft.com/office/drawing/2014/main" id="{BBFB03EF-C606-99FE-2BDE-CD74F67F9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7178" y="1089600"/>
            <a:ext cx="4002436" cy="2882632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140192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8C347-64AC-0658-BA73-D450BC34C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/>
              <a:t>THE PROBLEM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41166C5-A54C-1C27-7DDD-392E5088B4D1}"/>
              </a:ext>
            </a:extLst>
          </p:cNvPr>
          <p:cNvGrpSpPr/>
          <p:nvPr/>
        </p:nvGrpSpPr>
        <p:grpSpPr>
          <a:xfrm>
            <a:off x="4709159" y="2645141"/>
            <a:ext cx="6339840" cy="682056"/>
            <a:chOff x="3566159" y="96559"/>
            <a:chExt cx="6339840" cy="682056"/>
          </a:xfrm>
        </p:grpSpPr>
        <p:sp>
          <p:nvSpPr>
            <p:cNvPr id="21" name="Rectangle: Top Corners Rounded 20">
              <a:extLst>
                <a:ext uri="{FF2B5EF4-FFF2-40B4-BE49-F238E27FC236}">
                  <a16:creationId xmlns:a16="http://schemas.microsoft.com/office/drawing/2014/main" id="{94C259E6-3F40-F7E0-FBFE-9093FC517DC4}"/>
                </a:ext>
              </a:extLst>
            </p:cNvPr>
            <p:cNvSpPr/>
            <p:nvPr/>
          </p:nvSpPr>
          <p:spPr>
            <a:xfrm rot="5400000">
              <a:off x="6395051" y="-2732333"/>
              <a:ext cx="682056" cy="6339840"/>
            </a:xfrm>
            <a:prstGeom prst="round2Same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2" name="Rectangle: Top Corners Rounded 4">
              <a:extLst>
                <a:ext uri="{FF2B5EF4-FFF2-40B4-BE49-F238E27FC236}">
                  <a16:creationId xmlns:a16="http://schemas.microsoft.com/office/drawing/2014/main" id="{76DAD4D0-D86C-CB39-4C83-A0F925413CD4}"/>
                </a:ext>
              </a:extLst>
            </p:cNvPr>
            <p:cNvSpPr txBox="1"/>
            <p:nvPr/>
          </p:nvSpPr>
          <p:spPr>
            <a:xfrm>
              <a:off x="3566160" y="129853"/>
              <a:ext cx="6306545" cy="61546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0" tIns="123825" rIns="247650" bIns="123825" numCol="1" spcCol="1270" anchor="ctr" anchorCtr="0">
              <a:noAutofit/>
            </a:bodyPr>
            <a:lstStyle/>
            <a:p>
              <a:pPr marL="228600" lvl="1" indent="-22860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4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How do we overcome this?</a:t>
              </a:r>
              <a:endParaRPr lang="en-US" sz="2400" kern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6C0E202-8D62-84A0-421C-E6C2DB70B15E}"/>
              </a:ext>
            </a:extLst>
          </p:cNvPr>
          <p:cNvGrpSpPr/>
          <p:nvPr/>
        </p:nvGrpSpPr>
        <p:grpSpPr>
          <a:xfrm>
            <a:off x="1143000" y="2559877"/>
            <a:ext cx="3566160" cy="852570"/>
            <a:chOff x="0" y="11295"/>
            <a:chExt cx="3566160" cy="85257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AF7349F7-F6C4-9570-883C-52AAF0D494BE}"/>
                </a:ext>
              </a:extLst>
            </p:cNvPr>
            <p:cNvSpPr/>
            <p:nvPr/>
          </p:nvSpPr>
          <p:spPr>
            <a:xfrm>
              <a:off x="0" y="11295"/>
              <a:ext cx="3566160" cy="85257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Rectangle: Rounded Corners 6">
              <a:extLst>
                <a:ext uri="{FF2B5EF4-FFF2-40B4-BE49-F238E27FC236}">
                  <a16:creationId xmlns:a16="http://schemas.microsoft.com/office/drawing/2014/main" id="{3638717E-500D-D45D-B281-8D0F7347AB24}"/>
                </a:ext>
              </a:extLst>
            </p:cNvPr>
            <p:cNvSpPr txBox="1"/>
            <p:nvPr/>
          </p:nvSpPr>
          <p:spPr>
            <a:xfrm>
              <a:off x="41619" y="52914"/>
              <a:ext cx="3482922" cy="76933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3820" tIns="41910" rIns="83820" bIns="41910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200" kern="120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Problem</a:t>
              </a:r>
              <a:r>
                <a:rPr lang="en-US" sz="220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is</a:t>
              </a:r>
              <a:endParaRPr lang="en-US" sz="2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1BBA2AA-0C6D-F4A2-0369-3F28321FFCBC}"/>
              </a:ext>
            </a:extLst>
          </p:cNvPr>
          <p:cNvGrpSpPr/>
          <p:nvPr/>
        </p:nvGrpSpPr>
        <p:grpSpPr>
          <a:xfrm>
            <a:off x="4709159" y="3530811"/>
            <a:ext cx="6339840" cy="682056"/>
            <a:chOff x="3566159" y="982229"/>
            <a:chExt cx="6339840" cy="682056"/>
          </a:xfrm>
        </p:grpSpPr>
        <p:sp>
          <p:nvSpPr>
            <p:cNvPr id="17" name="Rectangle: Top Corners Rounded 16">
              <a:extLst>
                <a:ext uri="{FF2B5EF4-FFF2-40B4-BE49-F238E27FC236}">
                  <a16:creationId xmlns:a16="http://schemas.microsoft.com/office/drawing/2014/main" id="{599C496E-E697-0E78-0731-488C5063459C}"/>
                </a:ext>
              </a:extLst>
            </p:cNvPr>
            <p:cNvSpPr/>
            <p:nvPr/>
          </p:nvSpPr>
          <p:spPr>
            <a:xfrm rot="5400000">
              <a:off x="6395051" y="-1846663"/>
              <a:ext cx="682056" cy="6339840"/>
            </a:xfrm>
            <a:prstGeom prst="round2Same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8" name="Rectangle: Top Corners Rounded 8">
              <a:extLst>
                <a:ext uri="{FF2B5EF4-FFF2-40B4-BE49-F238E27FC236}">
                  <a16:creationId xmlns:a16="http://schemas.microsoft.com/office/drawing/2014/main" id="{E9D36F3F-F6DA-0B64-BF37-7D759A9308FF}"/>
                </a:ext>
              </a:extLst>
            </p:cNvPr>
            <p:cNvSpPr txBox="1"/>
            <p:nvPr/>
          </p:nvSpPr>
          <p:spPr>
            <a:xfrm>
              <a:off x="3566160" y="1015523"/>
              <a:ext cx="6306545" cy="61546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0" tIns="123825" rIns="247650" bIns="123825" numCol="1" spcCol="1270" anchor="ctr" anchorCtr="0">
              <a:noAutofit/>
            </a:bodyPr>
            <a:lstStyle/>
            <a:p>
              <a:pPr marL="228600" lvl="1" indent="-22860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240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TCP Congestion Control Algorithm</a:t>
              </a:r>
              <a:endParaRPr lang="en-US" sz="2400" kern="1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9705BDE-25D3-D700-3E78-CCFE9909DB4A}"/>
              </a:ext>
            </a:extLst>
          </p:cNvPr>
          <p:cNvGrpSpPr/>
          <p:nvPr/>
        </p:nvGrpSpPr>
        <p:grpSpPr>
          <a:xfrm>
            <a:off x="1143000" y="3445553"/>
            <a:ext cx="3566160" cy="852570"/>
            <a:chOff x="0" y="896971"/>
            <a:chExt cx="3566160" cy="85257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A8DE5BE1-EC87-E9B9-F8A5-F6C51BD3DCE2}"/>
                </a:ext>
              </a:extLst>
            </p:cNvPr>
            <p:cNvSpPr/>
            <p:nvPr/>
          </p:nvSpPr>
          <p:spPr>
            <a:xfrm>
              <a:off x="0" y="896971"/>
              <a:ext cx="3566160" cy="85257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Rectangle: Rounded Corners 10">
              <a:extLst>
                <a:ext uri="{FF2B5EF4-FFF2-40B4-BE49-F238E27FC236}">
                  <a16:creationId xmlns:a16="http://schemas.microsoft.com/office/drawing/2014/main" id="{562EB956-3F1C-089F-1981-AE8B32275B8E}"/>
                </a:ext>
              </a:extLst>
            </p:cNvPr>
            <p:cNvSpPr txBox="1"/>
            <p:nvPr/>
          </p:nvSpPr>
          <p:spPr>
            <a:xfrm>
              <a:off x="41619" y="938590"/>
              <a:ext cx="3482922" cy="76933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3820" tIns="41910" rIns="83820" bIns="41910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200" kern="120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Through: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7148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47604-2AB6-60D5-3691-03B779CB0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/>
              <a:t>To overcome this: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22729-94E8-6118-4E64-99D6E5161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sz="2800"/>
              <a:t>The approach taken by TCP is, to have each sender </a:t>
            </a:r>
            <a:r>
              <a:rPr lang="en-US" sz="2800" u="sng"/>
              <a:t>limit</a:t>
            </a:r>
            <a:r>
              <a:rPr lang="en-US" sz="2800"/>
              <a:t> the rate at which it sends traffic into its connection.</a:t>
            </a:r>
          </a:p>
          <a:p>
            <a:pPr marL="0" indent="0">
              <a:buNone/>
            </a:pPr>
            <a:endParaRPr lang="en-US" sz="2800"/>
          </a:p>
          <a:p>
            <a:r>
              <a:rPr lang="en-US" sz="2800"/>
              <a:t>If a TCP sender perceives that there is </a:t>
            </a:r>
            <a:r>
              <a:rPr lang="en-US" sz="2800" u="sng"/>
              <a:t>little congestion</a:t>
            </a:r>
            <a:r>
              <a:rPr lang="en-US" sz="2800"/>
              <a:t> on the path, then the TCP sender increases its send rate; if the sender perceives that there is congestion along the path, then the sender reduces its send rate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999841"/>
      </p:ext>
    </p:extLst>
  </p:cSld>
  <p:clrMapOvr>
    <a:masterClrMapping/>
  </p:clrMapOvr>
  <p:transition spd="slow">
    <p:wheel spokes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9846B-D575-3C3B-6C53-0FCE2AC5A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/>
              <a:t>Dynamically Adjusting Sending Rate</a:t>
            </a:r>
            <a:endParaRPr lang="en-IN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72FDD-48D3-E262-CC0C-B08E119BD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Changing network conditions in real-time. </a:t>
            </a:r>
          </a:p>
          <a:p>
            <a:r>
              <a:rPr lang="en-US"/>
              <a:t>This ensures efficient utilization of available bandwidth while preventing</a:t>
            </a:r>
          </a:p>
          <a:p>
            <a:pPr marL="0" indent="0">
              <a:buNone/>
            </a:pPr>
            <a:r>
              <a:rPr lang="en-US"/>
              <a:t>   network congestion.</a:t>
            </a:r>
          </a:p>
          <a:p>
            <a:r>
              <a:rPr lang="en-US"/>
              <a:t>Each side of a TCP connection consists:  receive buffer, send buffer, and</a:t>
            </a:r>
          </a:p>
          <a:p>
            <a:pPr marL="0" indent="0">
              <a:buNone/>
            </a:pPr>
            <a:r>
              <a:rPr lang="en-US"/>
              <a:t>   several variables (like  </a:t>
            </a:r>
            <a:r>
              <a:rPr lang="en-US" i="1" err="1">
                <a:solidFill>
                  <a:srgbClr val="FFCC66"/>
                </a:solidFill>
              </a:rPr>
              <a:t>LastByteRead</a:t>
            </a:r>
            <a:r>
              <a:rPr lang="en-US"/>
              <a:t>,</a:t>
            </a:r>
            <a:r>
              <a:rPr lang="en-US" i="1">
                <a:solidFill>
                  <a:srgbClr val="FFCC66"/>
                </a:solidFill>
              </a:rPr>
              <a:t> cwnd</a:t>
            </a:r>
            <a:r>
              <a:rPr lang="en-US"/>
              <a:t>, </a:t>
            </a:r>
            <a:r>
              <a:rPr lang="en-US" i="1">
                <a:solidFill>
                  <a:srgbClr val="FFCC66"/>
                </a:solidFill>
              </a:rPr>
              <a:t>rwnd</a:t>
            </a:r>
            <a:r>
              <a:rPr lang="en-US"/>
              <a:t>, etc.). 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585122"/>
      </p:ext>
    </p:extLst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5BFCC-D053-F979-92AD-0875F96A8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/>
              <a:t>Dynamically Adjusting Sending Rate</a:t>
            </a:r>
            <a:endParaRPr lang="en-IN" sz="4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D18EA1-6C8E-CCC3-87D3-02DE786BE8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1413" y="1895524"/>
                <a:ext cx="9905999" cy="449533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/>
                  <a:t>Congestion window(</a:t>
                </a:r>
                <a:r>
                  <a:rPr lang="en-US" i="1">
                    <a:solidFill>
                      <a:srgbClr val="FFCC66"/>
                    </a:solidFill>
                  </a:rPr>
                  <a:t>cwnd</a:t>
                </a:r>
                <a:r>
                  <a:rPr lang="en-US"/>
                  <a:t>):  </a:t>
                </a:r>
                <a:endParaRPr lang="en-US" sz="2400"/>
              </a:p>
              <a:p>
                <a:pPr marL="0" indent="0">
                  <a:buNone/>
                </a:pPr>
                <a:r>
                  <a:rPr lang="en-US"/>
                  <a:t> </a:t>
                </a:r>
                <a:r>
                  <a:rPr lang="en-US">
                    <a:solidFill>
                      <a:srgbClr val="FFFFFF"/>
                    </a:solidFill>
                    <a:ea typeface="+mn-lt"/>
                    <a:cs typeface="+mn-lt"/>
                  </a:rPr>
                  <a:t>          </a:t>
                </a:r>
                <a:r>
                  <a:rPr lang="en-US" sz="2400">
                    <a:solidFill>
                      <a:srgbClr val="FFFFFF"/>
                    </a:solidFill>
                    <a:ea typeface="+mn-lt"/>
                    <a:cs typeface="+mn-lt"/>
                  </a:rPr>
                  <a:t>It refers to the amount of data that a sender can transmit to a receiver 	without receiving an acknowledgment (ACK) from the receiver.</a:t>
                </a:r>
                <a:endParaRPr lang="en-US"/>
              </a:p>
              <a:p>
                <a:r>
                  <a:rPr lang="en-US"/>
                  <a:t>Receiver window(</a:t>
                </a:r>
                <a:r>
                  <a:rPr lang="en-US">
                    <a:solidFill>
                      <a:srgbClr val="FFC000"/>
                    </a:solidFill>
                  </a:rPr>
                  <a:t>rwnd</a:t>
                </a:r>
                <a:r>
                  <a:rPr lang="en-US"/>
                  <a:t>):</a:t>
                </a:r>
              </a:p>
              <a:p>
                <a:pPr marL="457200" lvl="1" indent="0">
                  <a:buNone/>
                </a:pPr>
                <a:r>
                  <a:rPr lang="en-US" sz="2800"/>
                  <a:t>	</a:t>
                </a:r>
                <a:r>
                  <a:rPr lang="en-US" sz="2200"/>
                  <a:t>It’s a variable that indicates the amount of data that the receiver can</a:t>
                </a:r>
              </a:p>
              <a:p>
                <a:pPr marL="457200" lvl="1" indent="0">
                  <a:buNone/>
                </a:pPr>
                <a:r>
                  <a:rPr lang="en-US" sz="2200"/>
                  <a:t>      accept at the current time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>
                    <a:solidFill>
                      <a:srgbClr val="FFCC66"/>
                    </a:solidFill>
                  </a:rPr>
                  <a:t>Unacknowledged data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CC6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>
                    <a:solidFill>
                      <a:srgbClr val="FFCC66"/>
                    </a:solidFill>
                  </a:rPr>
                  <a:t> min(cwnd, rwnd)</a:t>
                </a:r>
                <a:r>
                  <a:rPr lang="en-US">
                    <a:solidFill>
                      <a:srgbClr val="FFE697"/>
                    </a:solidFill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/>
                  <a:t>           It ensures that the sender doesn't send more data than either the cwnd 	or the rwnd can handle.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D18EA1-6C8E-CCC3-87D3-02DE786BE8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1413" y="1895524"/>
                <a:ext cx="9905999" cy="4495337"/>
              </a:xfrm>
              <a:blipFill>
                <a:blip r:embed="rId2"/>
                <a:stretch>
                  <a:fillRect l="-1231" t="-2442" r="-369" b="-1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1114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84A43-44B4-4176-089C-37BB484D0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599468"/>
            <a:ext cx="9905998" cy="1478570"/>
          </a:xfrm>
        </p:spPr>
        <p:txBody>
          <a:bodyPr>
            <a:normAutofit/>
          </a:bodyPr>
          <a:lstStyle/>
          <a:p>
            <a:pPr marL="0" indent="0"/>
            <a:r>
              <a:rPr lang="en-US" sz="4000" b="1"/>
              <a:t>Key Mechanisms for congestion control</a:t>
            </a:r>
            <a:endParaRPr lang="en-IN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AF8FC-EA77-9CF4-1BE6-26247AF9E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005782"/>
            <a:ext cx="9905999" cy="4233700"/>
          </a:xfrm>
        </p:spPr>
        <p:txBody>
          <a:bodyPr>
            <a:normAutofit fontScale="92500"/>
          </a:bodyPr>
          <a:lstStyle/>
          <a:p>
            <a:r>
              <a:rPr lang="en-US" sz="2600" b="1">
                <a:solidFill>
                  <a:srgbClr val="FFE697"/>
                </a:solidFill>
              </a:rPr>
              <a:t>Congestion Window Management</a:t>
            </a:r>
            <a:r>
              <a:rPr lang="en-US" sz="2400" b="1">
                <a:solidFill>
                  <a:srgbClr val="FFE697"/>
                </a:solidFill>
              </a:rPr>
              <a:t>: </a:t>
            </a:r>
            <a:r>
              <a:rPr lang="en-US" sz="2400"/>
              <a:t>By adjusting cwnd based on perceived congestion, TCP regulates the sending rate to prevent overloading the network.</a:t>
            </a:r>
          </a:p>
          <a:p>
            <a:r>
              <a:rPr lang="en-US" sz="2600" b="1">
                <a:solidFill>
                  <a:srgbClr val="FFE697"/>
                </a:solidFill>
              </a:rPr>
              <a:t>Detection of Congestion</a:t>
            </a:r>
            <a:r>
              <a:rPr lang="en-US" sz="2400" b="1">
                <a:solidFill>
                  <a:srgbClr val="FFE697"/>
                </a:solidFill>
              </a:rPr>
              <a:t>: </a:t>
            </a:r>
            <a:r>
              <a:rPr lang="en-US" sz="2400"/>
              <a:t>TCP detects congestion through loss events, such as timeouts or receipt of multiple duplicate ACKs. These events signal network congestion, prompting TCP to adjust its transmission behavior accordingly.</a:t>
            </a:r>
          </a:p>
          <a:p>
            <a:r>
              <a:rPr lang="en-US" sz="2600" b="1">
                <a:solidFill>
                  <a:srgbClr val="FFE697"/>
                </a:solidFill>
              </a:rPr>
              <a:t>Self-Clocking and Bandwidth Probing</a:t>
            </a:r>
            <a:r>
              <a:rPr lang="en-US" sz="2400" b="1">
                <a:solidFill>
                  <a:srgbClr val="FFE697"/>
                </a:solidFill>
              </a:rPr>
              <a:t>: </a:t>
            </a:r>
            <a:r>
              <a:rPr lang="en-US" sz="2400"/>
              <a:t>TCP dynamically adjusts its transmission rate based on implicit signals from the network. It increases the rate until a loss event occurs, then backs off, effectively probing for the maximum sustainable rate without causing congestion collapse.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182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1C5D1-4973-48C6-8142-ECC9C3FFB9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6112" y="2597747"/>
            <a:ext cx="7794523" cy="1662506"/>
          </a:xfrm>
        </p:spPr>
        <p:txBody>
          <a:bodyPr>
            <a:normAutofit/>
          </a:bodyPr>
          <a:lstStyle/>
          <a:p>
            <a:r>
              <a:rPr lang="en-IN" sz="5400" b="1"/>
              <a:t>        TCP Congestion Control Algorithm</a:t>
            </a:r>
          </a:p>
        </p:txBody>
      </p:sp>
    </p:spTree>
    <p:extLst>
      <p:ext uri="{BB962C8B-B14F-4D97-AF65-F5344CB8AC3E}">
        <p14:creationId xmlns:p14="http://schemas.microsoft.com/office/powerpoint/2010/main" val="696816322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5747E-84C7-D739-1726-BA9604730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/>
              <a:t>The algorithm has three major components:</a:t>
            </a:r>
          </a:p>
          <a:p>
            <a:r>
              <a:rPr lang="en-US" sz="2800"/>
              <a:t>(1) slow start</a:t>
            </a:r>
          </a:p>
          <a:p>
            <a:r>
              <a:rPr lang="en-US" sz="2800"/>
              <a:t>(2) congestion avoidance</a:t>
            </a:r>
          </a:p>
          <a:p>
            <a:r>
              <a:rPr lang="en-US" sz="2800"/>
              <a:t>(3) fast recovery</a:t>
            </a:r>
            <a:endParaRPr lang="en-IN" sz="28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75CDB4-3B43-EFEE-3D52-3A564842FC5C}"/>
              </a:ext>
            </a:extLst>
          </p:cNvPr>
          <p:cNvSpPr txBox="1"/>
          <p:nvPr/>
        </p:nvSpPr>
        <p:spPr>
          <a:xfrm>
            <a:off x="997052" y="677338"/>
            <a:ext cx="1055984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>
                <a:latin typeface="+mj-lt"/>
              </a:rPr>
              <a:t>celebrated TCP congestion-control algorithm.</a:t>
            </a:r>
            <a:br>
              <a:rPr lang="en-US" sz="3000">
                <a:latin typeface="+mj-lt"/>
              </a:rPr>
            </a:br>
            <a:r>
              <a:rPr lang="en-US" sz="3000">
                <a:latin typeface="+mj-lt"/>
              </a:rPr>
              <a:t>First described in [</a:t>
            </a:r>
            <a:r>
              <a:rPr lang="en-US" sz="3000">
                <a:solidFill>
                  <a:srgbClr val="FFC000"/>
                </a:solidFill>
                <a:latin typeface="+mj-lt"/>
              </a:rPr>
              <a:t>Jacobson 1988</a:t>
            </a:r>
            <a:r>
              <a:rPr lang="en-US" sz="3000">
                <a:latin typeface="+mj-lt"/>
              </a:rPr>
              <a:t>] and standardized in [RFC 5681].</a:t>
            </a:r>
            <a:endParaRPr lang="en-IN" sz="3000">
              <a:latin typeface="+mj-lt"/>
            </a:endParaRP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7058399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6E1BC-48F9-4F10-B040-DCB94A5E658E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altLang="en-US" b="1"/>
              <a:t>Slow Start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34762-F734-3551-9CAB-E671A6E141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097088"/>
            <a:ext cx="9905999" cy="406558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800"/>
              <a:t>Linear additive increase takes </a:t>
            </a:r>
            <a:r>
              <a:rPr lang="en-US" altLang="en-US" sz="2800" u="sng"/>
              <a:t>too long</a:t>
            </a:r>
            <a:r>
              <a:rPr lang="en-US" altLang="en-US" sz="2800"/>
              <a:t> to ramp up a new TCP connection from cold start.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Beginning with TCP Tahoe, the </a:t>
            </a:r>
            <a:r>
              <a:rPr lang="en-US" altLang="en-US" sz="2800" b="1">
                <a:solidFill>
                  <a:srgbClr val="FFCC99"/>
                </a:solidFill>
              </a:rPr>
              <a:t>slow start mechanism </a:t>
            </a:r>
            <a:r>
              <a:rPr lang="en-US" altLang="en-US" sz="2800"/>
              <a:t>was added to provide an initial exponential increase in the size of </a:t>
            </a:r>
            <a:r>
              <a:rPr lang="en-US" altLang="en-US" sz="2800" b="1">
                <a:solidFill>
                  <a:srgbClr val="FFCC99"/>
                </a:solidFill>
              </a:rPr>
              <a:t>cwnd</a:t>
            </a:r>
            <a:r>
              <a:rPr lang="en-US" altLang="en-US" sz="2800">
                <a:solidFill>
                  <a:srgbClr val="FFCC66"/>
                </a:solidFill>
              </a:rPr>
              <a:t>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800" i="1">
                <a:solidFill>
                  <a:srgbClr val="0000CC"/>
                </a:solidFill>
              </a:rPr>
              <a:t> </a:t>
            </a:r>
            <a:r>
              <a:rPr lang="en-US" altLang="en-US" sz="2800" i="1"/>
              <a:t>Remember mechanism by</a:t>
            </a:r>
            <a:r>
              <a:rPr lang="en-US" altLang="en-US" sz="2800" i="1">
                <a:solidFill>
                  <a:schemeClr val="tx1">
                    <a:lumMod val="65000"/>
                  </a:schemeClr>
                </a:solidFill>
              </a:rPr>
              <a:t>: </a:t>
            </a:r>
            <a:r>
              <a:rPr lang="en-US" altLang="en-US" sz="2800" b="1" i="1">
                <a:solidFill>
                  <a:srgbClr val="FFCC99"/>
                </a:solidFill>
              </a:rPr>
              <a:t>slow start </a:t>
            </a:r>
            <a:r>
              <a:rPr lang="en-US" altLang="en-US" sz="2800" b="1" i="1" u="sng">
                <a:solidFill>
                  <a:srgbClr val="FFCC99"/>
                </a:solidFill>
              </a:rPr>
              <a:t>prevents</a:t>
            </a:r>
            <a:r>
              <a:rPr lang="en-US" altLang="en-US" sz="2800" b="1" i="1">
                <a:solidFill>
                  <a:srgbClr val="FFCC99"/>
                </a:solidFill>
              </a:rPr>
              <a:t> a slow start. Moreover, slow start is slower than sending a full advertised window’s worth of packets all at once.</a:t>
            </a:r>
            <a:endParaRPr lang="en-US" altLang="en-US" sz="2800" i="1">
              <a:solidFill>
                <a:srgbClr val="FFCC99"/>
              </a:solidFill>
            </a:endParaRP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7503479"/>
      </p:ext>
    </p:extLst>
  </p:cSld>
  <p:clrMapOvr>
    <a:masterClrMapping/>
  </p:clrMapOvr>
  <p:transition>
    <p:comb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5F1E0-0641-CD12-36F9-5B0D5C915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Slow Start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C751A-338D-0863-9B38-E6FC193A0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097088"/>
            <a:ext cx="9905999" cy="4018577"/>
          </a:xfrm>
        </p:spPr>
        <p:txBody>
          <a:bodyPr>
            <a:normAutofit/>
          </a:bodyPr>
          <a:lstStyle/>
          <a:p>
            <a:pPr>
              <a:buSzPct val="75000"/>
            </a:pPr>
            <a:r>
              <a:rPr lang="en-US" sz="3300" dirty="0"/>
              <a:t>  cwnd initialized to a small value of </a:t>
            </a:r>
            <a:r>
              <a:rPr lang="en-US" sz="3300" dirty="0">
                <a:solidFill>
                  <a:srgbClr val="FFCC66"/>
                </a:solidFill>
              </a:rPr>
              <a:t>1 MSS</a:t>
            </a:r>
          </a:p>
          <a:p>
            <a:pPr>
              <a:buClr>
                <a:schemeClr val="tx1"/>
              </a:buClr>
              <a:buSzPct val="75000"/>
            </a:pPr>
            <a:r>
              <a:rPr lang="en-US" sz="3300" dirty="0">
                <a:solidFill>
                  <a:srgbClr val="FFCC66"/>
                </a:solidFill>
              </a:rPr>
              <a:t>  cwnd = cwnd+1 MSS </a:t>
            </a:r>
            <a:r>
              <a:rPr lang="en-US" sz="3300" dirty="0"/>
              <a:t>for each of the acknowledged segments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6489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4938C9BE-CD81-CD06-E643-773AC154D1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63750" y="4941889"/>
            <a:ext cx="7772400" cy="998537"/>
          </a:xfrm>
        </p:spPr>
        <p:txBody>
          <a:bodyPr/>
          <a:lstStyle/>
          <a:p>
            <a:r>
              <a:rPr lang="en-US" altLang="en-US" sz="360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</a:t>
            </a:r>
            <a:r>
              <a:rPr lang="en-US" altLang="en-US" sz="3600" b="1">
                <a:solidFill>
                  <a:srgbClr val="FFCC9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Figure:</a:t>
            </a:r>
            <a:r>
              <a:rPr lang="en-US" altLang="en-US" sz="3600" b="1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US" sz="3600" b="1"/>
              <a:t>Slow Start</a:t>
            </a:r>
            <a:endParaRPr lang="en-GB" altLang="en-US" sz="3600" b="1"/>
          </a:p>
        </p:txBody>
      </p:sp>
      <p:grpSp>
        <p:nvGrpSpPr>
          <p:cNvPr id="44035" name="Group 3">
            <a:extLst>
              <a:ext uri="{FF2B5EF4-FFF2-40B4-BE49-F238E27FC236}">
                <a16:creationId xmlns:a16="http://schemas.microsoft.com/office/drawing/2014/main" id="{FD4EDC6D-641A-599C-CDE4-E76C2595A74C}"/>
              </a:ext>
            </a:extLst>
          </p:cNvPr>
          <p:cNvGrpSpPr>
            <a:grpSpLocks/>
          </p:cNvGrpSpPr>
          <p:nvPr/>
        </p:nvGrpSpPr>
        <p:grpSpPr bwMode="auto">
          <a:xfrm>
            <a:off x="3869243" y="532300"/>
            <a:ext cx="2542476" cy="4481025"/>
            <a:chOff x="3996" y="815"/>
            <a:chExt cx="1268" cy="2579"/>
          </a:xfrm>
        </p:grpSpPr>
        <p:sp>
          <p:nvSpPr>
            <p:cNvPr id="44036" name="Rectangle 4">
              <a:extLst>
                <a:ext uri="{FF2B5EF4-FFF2-40B4-BE49-F238E27FC236}">
                  <a16:creationId xmlns:a16="http://schemas.microsoft.com/office/drawing/2014/main" id="{AE7A8C2B-4899-4AB1-2376-31E612DB83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6" y="827"/>
              <a:ext cx="278" cy="124"/>
            </a:xfrm>
            <a:prstGeom prst="rect">
              <a:avLst/>
            </a:prstGeom>
            <a:ln>
              <a:noFill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 wrap="squar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1400">
                  <a:solidFill>
                    <a:srgbClr val="000000"/>
                  </a:solidFill>
                  <a:latin typeface="Myriad Roman" charset="0"/>
                </a:rPr>
                <a:t>Source</a:t>
              </a:r>
              <a:endParaRPr lang="en-GB" altLang="en-US" sz="1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37" name="Rectangle 5">
              <a:extLst>
                <a:ext uri="{FF2B5EF4-FFF2-40B4-BE49-F238E27FC236}">
                  <a16:creationId xmlns:a16="http://schemas.microsoft.com/office/drawing/2014/main" id="{E1756DCF-90A8-FB84-269D-37215C5927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1" y="815"/>
              <a:ext cx="433" cy="124"/>
            </a:xfrm>
            <a:prstGeom prst="rect">
              <a:avLst/>
            </a:prstGeom>
            <a:ln>
              <a:noFill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 wrap="square" lIns="0" tIns="0" rIns="0" bIns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GB" altLang="en-US" sz="1400">
                  <a:solidFill>
                    <a:srgbClr val="000000"/>
                  </a:solidFill>
                  <a:latin typeface="Myriad Roman" charset="0"/>
                </a:rPr>
                <a:t>Destination</a:t>
              </a:r>
              <a:endParaRPr lang="en-GB" altLang="en-US" sz="1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38" name="Line 6">
              <a:extLst>
                <a:ext uri="{FF2B5EF4-FFF2-40B4-BE49-F238E27FC236}">
                  <a16:creationId xmlns:a16="http://schemas.microsoft.com/office/drawing/2014/main" id="{2701390E-FDBA-F3F2-02FD-DD13ADF5FB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0" y="1016"/>
              <a:ext cx="1" cy="2357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39" name="Line 7">
              <a:extLst>
                <a:ext uri="{FF2B5EF4-FFF2-40B4-BE49-F238E27FC236}">
                  <a16:creationId xmlns:a16="http://schemas.microsoft.com/office/drawing/2014/main" id="{86666A09-0148-A5B5-B43B-247157B6E8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37" y="1023"/>
              <a:ext cx="1" cy="2350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40" name="Line 8">
              <a:extLst>
                <a:ext uri="{FF2B5EF4-FFF2-40B4-BE49-F238E27FC236}">
                  <a16:creationId xmlns:a16="http://schemas.microsoft.com/office/drawing/2014/main" id="{01CAA935-0A22-383E-DB2D-532C3AAC8F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2561"/>
              <a:ext cx="797" cy="203"/>
            </a:xfrm>
            <a:prstGeom prst="line">
              <a:avLst/>
            </a:prstGeom>
            <a:ln w="9525">
              <a:solidFill>
                <a:srgbClr val="000000"/>
              </a:solidFill>
              <a:round/>
              <a:headEnd/>
              <a:tailEnd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41" name="Freeform 9">
              <a:extLst>
                <a:ext uri="{FF2B5EF4-FFF2-40B4-BE49-F238E27FC236}">
                  <a16:creationId xmlns:a16="http://schemas.microsoft.com/office/drawing/2014/main" id="{95B94485-301C-0356-C82B-D17E86A5CC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0" y="2750"/>
              <a:ext cx="71" cy="30"/>
            </a:xfrm>
            <a:custGeom>
              <a:avLst/>
              <a:gdLst>
                <a:gd name="T0" fmla="*/ 0 w 71"/>
                <a:gd name="T1" fmla="*/ 25 h 30"/>
                <a:gd name="T2" fmla="*/ 71 w 71"/>
                <a:gd name="T3" fmla="*/ 30 h 30"/>
                <a:gd name="T4" fmla="*/ 16 w 71"/>
                <a:gd name="T5" fmla="*/ 0 h 30"/>
                <a:gd name="T6" fmla="*/ 0 w 71"/>
                <a:gd name="T7" fmla="*/ 2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" h="30">
                  <a:moveTo>
                    <a:pt x="0" y="25"/>
                  </a:moveTo>
                  <a:lnTo>
                    <a:pt x="71" y="30"/>
                  </a:lnTo>
                  <a:lnTo>
                    <a:pt x="16" y="0"/>
                  </a:lnTo>
                  <a:lnTo>
                    <a:pt x="0" y="25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42" name="Line 10">
              <a:extLst>
                <a:ext uri="{FF2B5EF4-FFF2-40B4-BE49-F238E27FC236}">
                  <a16:creationId xmlns:a16="http://schemas.microsoft.com/office/drawing/2014/main" id="{1EE2978B-E31F-4CF4-5DFA-727C973E25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2508"/>
              <a:ext cx="797" cy="205"/>
            </a:xfrm>
            <a:prstGeom prst="line">
              <a:avLst/>
            </a:prstGeom>
            <a:ln w="9525">
              <a:solidFill>
                <a:srgbClr val="000000"/>
              </a:solidFill>
              <a:round/>
              <a:headEnd/>
              <a:tailEnd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43" name="Freeform 11">
              <a:extLst>
                <a:ext uri="{FF2B5EF4-FFF2-40B4-BE49-F238E27FC236}">
                  <a16:creationId xmlns:a16="http://schemas.microsoft.com/office/drawing/2014/main" id="{79613BA8-BD2F-C805-BFD6-F727769F65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0" y="2697"/>
              <a:ext cx="71" cy="30"/>
            </a:xfrm>
            <a:custGeom>
              <a:avLst/>
              <a:gdLst>
                <a:gd name="T0" fmla="*/ 0 w 71"/>
                <a:gd name="T1" fmla="*/ 25 h 30"/>
                <a:gd name="T2" fmla="*/ 71 w 71"/>
                <a:gd name="T3" fmla="*/ 30 h 30"/>
                <a:gd name="T4" fmla="*/ 16 w 71"/>
                <a:gd name="T5" fmla="*/ 0 h 30"/>
                <a:gd name="T6" fmla="*/ 0 w 71"/>
                <a:gd name="T7" fmla="*/ 2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" h="30">
                  <a:moveTo>
                    <a:pt x="0" y="25"/>
                  </a:moveTo>
                  <a:lnTo>
                    <a:pt x="71" y="30"/>
                  </a:lnTo>
                  <a:lnTo>
                    <a:pt x="16" y="0"/>
                  </a:lnTo>
                  <a:lnTo>
                    <a:pt x="0" y="25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44" name="Line 12">
              <a:extLst>
                <a:ext uri="{FF2B5EF4-FFF2-40B4-BE49-F238E27FC236}">
                  <a16:creationId xmlns:a16="http://schemas.microsoft.com/office/drawing/2014/main" id="{06EE595C-FB39-625D-288B-AB844C6A26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35" y="2731"/>
              <a:ext cx="796" cy="241"/>
            </a:xfrm>
            <a:prstGeom prst="line">
              <a:avLst/>
            </a:prstGeom>
            <a:ln w="9525">
              <a:solidFill>
                <a:srgbClr val="000000"/>
              </a:solidFill>
              <a:round/>
              <a:headEnd/>
              <a:tailEnd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45" name="Freeform 13">
              <a:extLst>
                <a:ext uri="{FF2B5EF4-FFF2-40B4-BE49-F238E27FC236}">
                  <a16:creationId xmlns:a16="http://schemas.microsoft.com/office/drawing/2014/main" id="{5F76BFE6-F97F-3FDD-8EA8-319E1EF085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6" y="2958"/>
              <a:ext cx="68" cy="30"/>
            </a:xfrm>
            <a:custGeom>
              <a:avLst/>
              <a:gdLst>
                <a:gd name="T0" fmla="*/ 56 w 68"/>
                <a:gd name="T1" fmla="*/ 0 h 30"/>
                <a:gd name="T2" fmla="*/ 0 w 68"/>
                <a:gd name="T3" fmla="*/ 30 h 30"/>
                <a:gd name="T4" fmla="*/ 68 w 68"/>
                <a:gd name="T5" fmla="*/ 25 h 30"/>
                <a:gd name="T6" fmla="*/ 56 w 68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" h="30">
                  <a:moveTo>
                    <a:pt x="56" y="0"/>
                  </a:moveTo>
                  <a:lnTo>
                    <a:pt x="0" y="30"/>
                  </a:lnTo>
                  <a:lnTo>
                    <a:pt x="68" y="25"/>
                  </a:lnTo>
                  <a:lnTo>
                    <a:pt x="56" y="0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46" name="Line 14">
              <a:extLst>
                <a:ext uri="{FF2B5EF4-FFF2-40B4-BE49-F238E27FC236}">
                  <a16:creationId xmlns:a16="http://schemas.microsoft.com/office/drawing/2014/main" id="{F9F8A118-401F-1589-C50A-1628B2EA33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2609"/>
              <a:ext cx="803" cy="208"/>
            </a:xfrm>
            <a:prstGeom prst="line">
              <a:avLst/>
            </a:prstGeom>
            <a:ln w="9525">
              <a:solidFill>
                <a:srgbClr val="000000"/>
              </a:solidFill>
              <a:round/>
              <a:headEnd/>
              <a:tailEnd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47" name="Freeform 15">
              <a:extLst>
                <a:ext uri="{FF2B5EF4-FFF2-40B4-BE49-F238E27FC236}">
                  <a16:creationId xmlns:a16="http://schemas.microsoft.com/office/drawing/2014/main" id="{02F478E0-D7B1-A053-8CAF-2E56B6EFA2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0" y="2801"/>
              <a:ext cx="71" cy="30"/>
            </a:xfrm>
            <a:custGeom>
              <a:avLst/>
              <a:gdLst>
                <a:gd name="T0" fmla="*/ 0 w 71"/>
                <a:gd name="T1" fmla="*/ 25 h 30"/>
                <a:gd name="T2" fmla="*/ 71 w 71"/>
                <a:gd name="T3" fmla="*/ 30 h 30"/>
                <a:gd name="T4" fmla="*/ 13 w 71"/>
                <a:gd name="T5" fmla="*/ 0 h 30"/>
                <a:gd name="T6" fmla="*/ 0 w 71"/>
                <a:gd name="T7" fmla="*/ 2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" h="30">
                  <a:moveTo>
                    <a:pt x="0" y="25"/>
                  </a:moveTo>
                  <a:lnTo>
                    <a:pt x="71" y="30"/>
                  </a:lnTo>
                  <a:lnTo>
                    <a:pt x="13" y="0"/>
                  </a:lnTo>
                  <a:lnTo>
                    <a:pt x="0" y="25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48" name="Line 16">
              <a:extLst>
                <a:ext uri="{FF2B5EF4-FFF2-40B4-BE49-F238E27FC236}">
                  <a16:creationId xmlns:a16="http://schemas.microsoft.com/office/drawing/2014/main" id="{9B30C57D-3BAC-0EA8-BB54-F847BCD97C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2073"/>
              <a:ext cx="794" cy="204"/>
            </a:xfrm>
            <a:prstGeom prst="line">
              <a:avLst/>
            </a:prstGeom>
            <a:ln w="9525">
              <a:solidFill>
                <a:srgbClr val="000000"/>
              </a:solidFill>
              <a:round/>
              <a:headEnd/>
              <a:tailEnd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49" name="Freeform 17">
              <a:extLst>
                <a:ext uri="{FF2B5EF4-FFF2-40B4-BE49-F238E27FC236}">
                  <a16:creationId xmlns:a16="http://schemas.microsoft.com/office/drawing/2014/main" id="{B0BAEF63-EC6F-8877-AF4F-27B2DDBCBE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0" y="2260"/>
              <a:ext cx="71" cy="30"/>
            </a:xfrm>
            <a:custGeom>
              <a:avLst/>
              <a:gdLst>
                <a:gd name="T0" fmla="*/ 0 w 71"/>
                <a:gd name="T1" fmla="*/ 26 h 30"/>
                <a:gd name="T2" fmla="*/ 71 w 71"/>
                <a:gd name="T3" fmla="*/ 30 h 30"/>
                <a:gd name="T4" fmla="*/ 13 w 71"/>
                <a:gd name="T5" fmla="*/ 0 h 30"/>
                <a:gd name="T6" fmla="*/ 0 w 71"/>
                <a:gd name="T7" fmla="*/ 26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" h="30">
                  <a:moveTo>
                    <a:pt x="0" y="26"/>
                  </a:moveTo>
                  <a:lnTo>
                    <a:pt x="71" y="30"/>
                  </a:lnTo>
                  <a:lnTo>
                    <a:pt x="13" y="0"/>
                  </a:lnTo>
                  <a:lnTo>
                    <a:pt x="0" y="26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50" name="Line 18">
              <a:extLst>
                <a:ext uri="{FF2B5EF4-FFF2-40B4-BE49-F238E27FC236}">
                  <a16:creationId xmlns:a16="http://schemas.microsoft.com/office/drawing/2014/main" id="{336C40EF-CD26-EE24-41F6-230D576A7B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2020"/>
              <a:ext cx="797" cy="206"/>
            </a:xfrm>
            <a:prstGeom prst="line">
              <a:avLst/>
            </a:prstGeom>
            <a:ln w="9525">
              <a:solidFill>
                <a:srgbClr val="000000"/>
              </a:solidFill>
              <a:round/>
              <a:headEnd/>
              <a:tailEnd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51" name="Freeform 19">
              <a:extLst>
                <a:ext uri="{FF2B5EF4-FFF2-40B4-BE49-F238E27FC236}">
                  <a16:creationId xmlns:a16="http://schemas.microsoft.com/office/drawing/2014/main" id="{CA0712B1-AF6E-6AEC-10B9-825F2A8026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0" y="2210"/>
              <a:ext cx="71" cy="30"/>
            </a:xfrm>
            <a:custGeom>
              <a:avLst/>
              <a:gdLst>
                <a:gd name="T0" fmla="*/ 0 w 71"/>
                <a:gd name="T1" fmla="*/ 25 h 30"/>
                <a:gd name="T2" fmla="*/ 71 w 71"/>
                <a:gd name="T3" fmla="*/ 30 h 30"/>
                <a:gd name="T4" fmla="*/ 13 w 71"/>
                <a:gd name="T5" fmla="*/ 0 h 30"/>
                <a:gd name="T6" fmla="*/ 0 w 71"/>
                <a:gd name="T7" fmla="*/ 2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" h="30">
                  <a:moveTo>
                    <a:pt x="0" y="25"/>
                  </a:moveTo>
                  <a:lnTo>
                    <a:pt x="71" y="30"/>
                  </a:lnTo>
                  <a:lnTo>
                    <a:pt x="13" y="0"/>
                  </a:lnTo>
                  <a:lnTo>
                    <a:pt x="0" y="25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52" name="Line 20">
              <a:extLst>
                <a:ext uri="{FF2B5EF4-FFF2-40B4-BE49-F238E27FC236}">
                  <a16:creationId xmlns:a16="http://schemas.microsoft.com/office/drawing/2014/main" id="{DA1F10B4-40C9-008E-D4C8-67E589AD59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1593"/>
              <a:ext cx="797" cy="206"/>
            </a:xfrm>
            <a:prstGeom prst="line">
              <a:avLst/>
            </a:prstGeom>
            <a:ln w="9525">
              <a:solidFill>
                <a:srgbClr val="000000"/>
              </a:solidFill>
              <a:round/>
              <a:headEnd/>
              <a:tailEnd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53" name="Freeform 21">
              <a:extLst>
                <a:ext uri="{FF2B5EF4-FFF2-40B4-BE49-F238E27FC236}">
                  <a16:creationId xmlns:a16="http://schemas.microsoft.com/office/drawing/2014/main" id="{BBD13B3C-D7F4-CBCE-B706-9B0CECD243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0" y="1782"/>
              <a:ext cx="71" cy="33"/>
            </a:xfrm>
            <a:custGeom>
              <a:avLst/>
              <a:gdLst>
                <a:gd name="T0" fmla="*/ 0 w 71"/>
                <a:gd name="T1" fmla="*/ 26 h 33"/>
                <a:gd name="T2" fmla="*/ 71 w 71"/>
                <a:gd name="T3" fmla="*/ 33 h 33"/>
                <a:gd name="T4" fmla="*/ 16 w 71"/>
                <a:gd name="T5" fmla="*/ 0 h 33"/>
                <a:gd name="T6" fmla="*/ 0 w 71"/>
                <a:gd name="T7" fmla="*/ 26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" h="33">
                  <a:moveTo>
                    <a:pt x="0" y="26"/>
                  </a:moveTo>
                  <a:lnTo>
                    <a:pt x="71" y="33"/>
                  </a:lnTo>
                  <a:lnTo>
                    <a:pt x="16" y="0"/>
                  </a:lnTo>
                  <a:lnTo>
                    <a:pt x="0" y="26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54" name="Line 22">
              <a:extLst>
                <a:ext uri="{FF2B5EF4-FFF2-40B4-BE49-F238E27FC236}">
                  <a16:creationId xmlns:a16="http://schemas.microsoft.com/office/drawing/2014/main" id="{B7BD0F7E-8FCF-D7F5-4BFF-CA61A09F83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1057"/>
              <a:ext cx="797" cy="206"/>
            </a:xfrm>
            <a:prstGeom prst="line">
              <a:avLst/>
            </a:prstGeom>
            <a:ln w="9525">
              <a:solidFill>
                <a:srgbClr val="000000"/>
              </a:solidFill>
              <a:round/>
              <a:headEnd/>
              <a:tailEnd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55" name="Freeform 23">
              <a:extLst>
                <a:ext uri="{FF2B5EF4-FFF2-40B4-BE49-F238E27FC236}">
                  <a16:creationId xmlns:a16="http://schemas.microsoft.com/office/drawing/2014/main" id="{09D960AC-8DCC-AFAF-ACA9-627C79FA8E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0" y="1247"/>
              <a:ext cx="71" cy="32"/>
            </a:xfrm>
            <a:custGeom>
              <a:avLst/>
              <a:gdLst>
                <a:gd name="T0" fmla="*/ 0 w 71"/>
                <a:gd name="T1" fmla="*/ 25 h 32"/>
                <a:gd name="T2" fmla="*/ 71 w 71"/>
                <a:gd name="T3" fmla="*/ 32 h 32"/>
                <a:gd name="T4" fmla="*/ 16 w 71"/>
                <a:gd name="T5" fmla="*/ 0 h 32"/>
                <a:gd name="T6" fmla="*/ 0 w 71"/>
                <a:gd name="T7" fmla="*/ 25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" h="32">
                  <a:moveTo>
                    <a:pt x="0" y="25"/>
                  </a:moveTo>
                  <a:lnTo>
                    <a:pt x="71" y="32"/>
                  </a:lnTo>
                  <a:lnTo>
                    <a:pt x="16" y="0"/>
                  </a:lnTo>
                  <a:lnTo>
                    <a:pt x="0" y="25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56" name="Line 24">
              <a:extLst>
                <a:ext uri="{FF2B5EF4-FFF2-40B4-BE49-F238E27FC236}">
                  <a16:creationId xmlns:a16="http://schemas.microsoft.com/office/drawing/2014/main" id="{7A0321F6-5048-3907-824D-58B1F8A3FF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1535"/>
              <a:ext cx="797" cy="206"/>
            </a:xfrm>
            <a:prstGeom prst="line">
              <a:avLst/>
            </a:prstGeom>
            <a:ln w="9525">
              <a:solidFill>
                <a:srgbClr val="000000"/>
              </a:solidFill>
              <a:round/>
              <a:headEnd/>
              <a:tailEnd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57" name="Freeform 25">
              <a:extLst>
                <a:ext uri="{FF2B5EF4-FFF2-40B4-BE49-F238E27FC236}">
                  <a16:creationId xmlns:a16="http://schemas.microsoft.com/office/drawing/2014/main" id="{0B699B23-6609-EE81-3B0E-878F0F674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0" y="1727"/>
              <a:ext cx="71" cy="30"/>
            </a:xfrm>
            <a:custGeom>
              <a:avLst/>
              <a:gdLst>
                <a:gd name="T0" fmla="*/ 0 w 71"/>
                <a:gd name="T1" fmla="*/ 25 h 30"/>
                <a:gd name="T2" fmla="*/ 71 w 71"/>
                <a:gd name="T3" fmla="*/ 30 h 30"/>
                <a:gd name="T4" fmla="*/ 16 w 71"/>
                <a:gd name="T5" fmla="*/ 0 h 30"/>
                <a:gd name="T6" fmla="*/ 0 w 71"/>
                <a:gd name="T7" fmla="*/ 2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" h="30">
                  <a:moveTo>
                    <a:pt x="0" y="25"/>
                  </a:moveTo>
                  <a:lnTo>
                    <a:pt x="71" y="30"/>
                  </a:lnTo>
                  <a:lnTo>
                    <a:pt x="16" y="0"/>
                  </a:lnTo>
                  <a:lnTo>
                    <a:pt x="0" y="25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58" name="Line 26">
              <a:extLst>
                <a:ext uri="{FF2B5EF4-FFF2-40B4-BE49-F238E27FC236}">
                  <a16:creationId xmlns:a16="http://schemas.microsoft.com/office/drawing/2014/main" id="{A8110C4A-10FA-2A91-4B0D-3D2D818B52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2122"/>
              <a:ext cx="800" cy="208"/>
            </a:xfrm>
            <a:prstGeom prst="line">
              <a:avLst/>
            </a:prstGeom>
            <a:ln w="9525">
              <a:solidFill>
                <a:srgbClr val="000000"/>
              </a:solidFill>
              <a:round/>
              <a:headEnd/>
              <a:tailEnd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59" name="Freeform 27">
              <a:extLst>
                <a:ext uri="{FF2B5EF4-FFF2-40B4-BE49-F238E27FC236}">
                  <a16:creationId xmlns:a16="http://schemas.microsoft.com/office/drawing/2014/main" id="{2A5F24EB-E21D-79A5-1E3F-833A42FFE8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0" y="2314"/>
              <a:ext cx="71" cy="30"/>
            </a:xfrm>
            <a:custGeom>
              <a:avLst/>
              <a:gdLst>
                <a:gd name="T0" fmla="*/ 0 w 71"/>
                <a:gd name="T1" fmla="*/ 25 h 30"/>
                <a:gd name="T2" fmla="*/ 71 w 71"/>
                <a:gd name="T3" fmla="*/ 30 h 30"/>
                <a:gd name="T4" fmla="*/ 13 w 71"/>
                <a:gd name="T5" fmla="*/ 0 h 30"/>
                <a:gd name="T6" fmla="*/ 0 w 71"/>
                <a:gd name="T7" fmla="*/ 2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" h="30">
                  <a:moveTo>
                    <a:pt x="0" y="25"/>
                  </a:moveTo>
                  <a:lnTo>
                    <a:pt x="71" y="30"/>
                  </a:lnTo>
                  <a:lnTo>
                    <a:pt x="13" y="0"/>
                  </a:lnTo>
                  <a:lnTo>
                    <a:pt x="0" y="25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60" name="Line 28">
              <a:extLst>
                <a:ext uri="{FF2B5EF4-FFF2-40B4-BE49-F238E27FC236}">
                  <a16:creationId xmlns:a16="http://schemas.microsoft.com/office/drawing/2014/main" id="{9CFC2C2A-0202-5B07-7EE5-CF67192C15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2175"/>
              <a:ext cx="800" cy="206"/>
            </a:xfrm>
            <a:prstGeom prst="line">
              <a:avLst/>
            </a:prstGeom>
            <a:ln w="9525">
              <a:solidFill>
                <a:srgbClr val="000000"/>
              </a:solidFill>
              <a:round/>
              <a:headEnd/>
              <a:tailEnd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61" name="Freeform 29">
              <a:extLst>
                <a:ext uri="{FF2B5EF4-FFF2-40B4-BE49-F238E27FC236}">
                  <a16:creationId xmlns:a16="http://schemas.microsoft.com/office/drawing/2014/main" id="{2430BED5-9125-7335-E990-498DA8383D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0" y="2364"/>
              <a:ext cx="71" cy="30"/>
            </a:xfrm>
            <a:custGeom>
              <a:avLst/>
              <a:gdLst>
                <a:gd name="T0" fmla="*/ 0 w 71"/>
                <a:gd name="T1" fmla="*/ 26 h 30"/>
                <a:gd name="T2" fmla="*/ 71 w 71"/>
                <a:gd name="T3" fmla="*/ 30 h 30"/>
                <a:gd name="T4" fmla="*/ 13 w 71"/>
                <a:gd name="T5" fmla="*/ 0 h 30"/>
                <a:gd name="T6" fmla="*/ 0 w 71"/>
                <a:gd name="T7" fmla="*/ 26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" h="30">
                  <a:moveTo>
                    <a:pt x="0" y="26"/>
                  </a:moveTo>
                  <a:lnTo>
                    <a:pt x="71" y="30"/>
                  </a:lnTo>
                  <a:lnTo>
                    <a:pt x="13" y="0"/>
                  </a:lnTo>
                  <a:lnTo>
                    <a:pt x="0" y="26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62" name="Line 30">
              <a:extLst>
                <a:ext uri="{FF2B5EF4-FFF2-40B4-BE49-F238E27FC236}">
                  <a16:creationId xmlns:a16="http://schemas.microsoft.com/office/drawing/2014/main" id="{993080F5-4F67-798E-F8B4-8FC6B2E9E0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35" y="2782"/>
              <a:ext cx="796" cy="238"/>
            </a:xfrm>
            <a:prstGeom prst="line">
              <a:avLst/>
            </a:prstGeom>
            <a:ln w="9525">
              <a:solidFill>
                <a:srgbClr val="000000"/>
              </a:solidFill>
              <a:round/>
              <a:headEnd/>
              <a:tailEnd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63" name="Freeform 31">
              <a:extLst>
                <a:ext uri="{FF2B5EF4-FFF2-40B4-BE49-F238E27FC236}">
                  <a16:creationId xmlns:a16="http://schemas.microsoft.com/office/drawing/2014/main" id="{4F6F52C3-D442-2848-A205-C42BAEE3F6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3" y="3009"/>
              <a:ext cx="71" cy="27"/>
            </a:xfrm>
            <a:custGeom>
              <a:avLst/>
              <a:gdLst>
                <a:gd name="T0" fmla="*/ 59 w 71"/>
                <a:gd name="T1" fmla="*/ 0 h 27"/>
                <a:gd name="T2" fmla="*/ 0 w 71"/>
                <a:gd name="T3" fmla="*/ 27 h 27"/>
                <a:gd name="T4" fmla="*/ 71 w 71"/>
                <a:gd name="T5" fmla="*/ 25 h 27"/>
                <a:gd name="T6" fmla="*/ 59 w 71"/>
                <a:gd name="T7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" h="27">
                  <a:moveTo>
                    <a:pt x="59" y="0"/>
                  </a:moveTo>
                  <a:lnTo>
                    <a:pt x="0" y="27"/>
                  </a:lnTo>
                  <a:lnTo>
                    <a:pt x="71" y="25"/>
                  </a:lnTo>
                  <a:lnTo>
                    <a:pt x="59" y="0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64" name="Line 32">
              <a:extLst>
                <a:ext uri="{FF2B5EF4-FFF2-40B4-BE49-F238E27FC236}">
                  <a16:creationId xmlns:a16="http://schemas.microsoft.com/office/drawing/2014/main" id="{7E711105-D5CF-AC13-1C6F-0EE3D26E9B1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35" y="1762"/>
              <a:ext cx="796" cy="240"/>
            </a:xfrm>
            <a:prstGeom prst="line">
              <a:avLst/>
            </a:prstGeom>
            <a:ln w="9525">
              <a:solidFill>
                <a:srgbClr val="000000"/>
              </a:solidFill>
              <a:round/>
              <a:headEnd/>
              <a:tailEnd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65" name="Freeform 33">
              <a:extLst>
                <a:ext uri="{FF2B5EF4-FFF2-40B4-BE49-F238E27FC236}">
                  <a16:creationId xmlns:a16="http://schemas.microsoft.com/office/drawing/2014/main" id="{8EF179BC-AF90-4ADD-5CAC-705F8375F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3" y="1988"/>
              <a:ext cx="71" cy="30"/>
            </a:xfrm>
            <a:custGeom>
              <a:avLst/>
              <a:gdLst>
                <a:gd name="T0" fmla="*/ 59 w 71"/>
                <a:gd name="T1" fmla="*/ 0 h 30"/>
                <a:gd name="T2" fmla="*/ 0 w 71"/>
                <a:gd name="T3" fmla="*/ 30 h 30"/>
                <a:gd name="T4" fmla="*/ 71 w 71"/>
                <a:gd name="T5" fmla="*/ 25 h 30"/>
                <a:gd name="T6" fmla="*/ 59 w 7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" h="30">
                  <a:moveTo>
                    <a:pt x="59" y="0"/>
                  </a:moveTo>
                  <a:lnTo>
                    <a:pt x="0" y="30"/>
                  </a:lnTo>
                  <a:lnTo>
                    <a:pt x="71" y="25"/>
                  </a:lnTo>
                  <a:lnTo>
                    <a:pt x="59" y="0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66" name="Line 34">
              <a:extLst>
                <a:ext uri="{FF2B5EF4-FFF2-40B4-BE49-F238E27FC236}">
                  <a16:creationId xmlns:a16="http://schemas.microsoft.com/office/drawing/2014/main" id="{F31DF107-20AC-3127-4827-110CD3D9C3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35" y="1817"/>
              <a:ext cx="796" cy="236"/>
            </a:xfrm>
            <a:prstGeom prst="line">
              <a:avLst/>
            </a:prstGeom>
            <a:ln w="9525">
              <a:solidFill>
                <a:srgbClr val="000000"/>
              </a:solidFill>
              <a:round/>
              <a:headEnd/>
              <a:tailEnd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67" name="Freeform 35">
              <a:extLst>
                <a:ext uri="{FF2B5EF4-FFF2-40B4-BE49-F238E27FC236}">
                  <a16:creationId xmlns:a16="http://schemas.microsoft.com/office/drawing/2014/main" id="{EEB70378-23DF-747D-76C8-A3371850A6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3" y="2041"/>
              <a:ext cx="71" cy="28"/>
            </a:xfrm>
            <a:custGeom>
              <a:avLst/>
              <a:gdLst>
                <a:gd name="T0" fmla="*/ 59 w 71"/>
                <a:gd name="T1" fmla="*/ 0 h 28"/>
                <a:gd name="T2" fmla="*/ 0 w 71"/>
                <a:gd name="T3" fmla="*/ 28 h 28"/>
                <a:gd name="T4" fmla="*/ 71 w 71"/>
                <a:gd name="T5" fmla="*/ 25 h 28"/>
                <a:gd name="T6" fmla="*/ 59 w 71"/>
                <a:gd name="T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" h="28">
                  <a:moveTo>
                    <a:pt x="59" y="0"/>
                  </a:moveTo>
                  <a:lnTo>
                    <a:pt x="0" y="28"/>
                  </a:lnTo>
                  <a:lnTo>
                    <a:pt x="71" y="25"/>
                  </a:lnTo>
                  <a:lnTo>
                    <a:pt x="59" y="0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68" name="Line 36">
              <a:extLst>
                <a:ext uri="{FF2B5EF4-FFF2-40B4-BE49-F238E27FC236}">
                  <a16:creationId xmlns:a16="http://schemas.microsoft.com/office/drawing/2014/main" id="{06F18033-01BB-0BAE-04C5-928161CCFF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35" y="1281"/>
              <a:ext cx="796" cy="238"/>
            </a:xfrm>
            <a:prstGeom prst="line">
              <a:avLst/>
            </a:prstGeom>
            <a:ln w="9525">
              <a:solidFill>
                <a:srgbClr val="000000"/>
              </a:solidFill>
              <a:round/>
              <a:headEnd/>
              <a:tailEnd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69" name="Freeform 37">
              <a:extLst>
                <a:ext uri="{FF2B5EF4-FFF2-40B4-BE49-F238E27FC236}">
                  <a16:creationId xmlns:a16="http://schemas.microsoft.com/office/drawing/2014/main" id="{BDFAA2E8-7CFC-BD5B-3063-A7374A2D8A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3" y="1505"/>
              <a:ext cx="71" cy="30"/>
            </a:xfrm>
            <a:custGeom>
              <a:avLst/>
              <a:gdLst>
                <a:gd name="T0" fmla="*/ 59 w 71"/>
                <a:gd name="T1" fmla="*/ 0 h 30"/>
                <a:gd name="T2" fmla="*/ 0 w 71"/>
                <a:gd name="T3" fmla="*/ 30 h 30"/>
                <a:gd name="T4" fmla="*/ 71 w 71"/>
                <a:gd name="T5" fmla="*/ 26 h 30"/>
                <a:gd name="T6" fmla="*/ 59 w 7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" h="30">
                  <a:moveTo>
                    <a:pt x="59" y="0"/>
                  </a:moveTo>
                  <a:lnTo>
                    <a:pt x="0" y="30"/>
                  </a:lnTo>
                  <a:lnTo>
                    <a:pt x="71" y="26"/>
                  </a:lnTo>
                  <a:lnTo>
                    <a:pt x="59" y="0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70" name="Line 38">
              <a:extLst>
                <a:ext uri="{FF2B5EF4-FFF2-40B4-BE49-F238E27FC236}">
                  <a16:creationId xmlns:a16="http://schemas.microsoft.com/office/drawing/2014/main" id="{2AA424D7-CA11-A0C6-7FF2-3361825A21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2662"/>
              <a:ext cx="797" cy="206"/>
            </a:xfrm>
            <a:prstGeom prst="line">
              <a:avLst/>
            </a:prstGeom>
            <a:ln w="9525">
              <a:solidFill>
                <a:srgbClr val="000000"/>
              </a:solidFill>
              <a:round/>
              <a:headEnd/>
              <a:tailEnd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71" name="Freeform 39">
              <a:extLst>
                <a:ext uri="{FF2B5EF4-FFF2-40B4-BE49-F238E27FC236}">
                  <a16:creationId xmlns:a16="http://schemas.microsoft.com/office/drawing/2014/main" id="{182AFCF7-EFAB-F36A-4A23-6EA5C027A7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0" y="2849"/>
              <a:ext cx="71" cy="33"/>
            </a:xfrm>
            <a:custGeom>
              <a:avLst/>
              <a:gdLst>
                <a:gd name="T0" fmla="*/ 0 w 71"/>
                <a:gd name="T1" fmla="*/ 26 h 33"/>
                <a:gd name="T2" fmla="*/ 71 w 71"/>
                <a:gd name="T3" fmla="*/ 33 h 33"/>
                <a:gd name="T4" fmla="*/ 13 w 71"/>
                <a:gd name="T5" fmla="*/ 0 h 33"/>
                <a:gd name="T6" fmla="*/ 0 w 71"/>
                <a:gd name="T7" fmla="*/ 26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" h="33">
                  <a:moveTo>
                    <a:pt x="0" y="26"/>
                  </a:moveTo>
                  <a:lnTo>
                    <a:pt x="71" y="33"/>
                  </a:lnTo>
                  <a:lnTo>
                    <a:pt x="13" y="0"/>
                  </a:lnTo>
                  <a:lnTo>
                    <a:pt x="0" y="26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72" name="Line 40">
              <a:extLst>
                <a:ext uri="{FF2B5EF4-FFF2-40B4-BE49-F238E27FC236}">
                  <a16:creationId xmlns:a16="http://schemas.microsoft.com/office/drawing/2014/main" id="{68C0D1EA-7ACF-A0DF-0299-8DADCB81A0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2764"/>
              <a:ext cx="797" cy="205"/>
            </a:xfrm>
            <a:prstGeom prst="line">
              <a:avLst/>
            </a:prstGeom>
            <a:ln w="9525">
              <a:solidFill>
                <a:srgbClr val="000000"/>
              </a:solidFill>
              <a:round/>
              <a:headEnd/>
              <a:tailEnd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73" name="Freeform 41">
              <a:extLst>
                <a:ext uri="{FF2B5EF4-FFF2-40B4-BE49-F238E27FC236}">
                  <a16:creationId xmlns:a16="http://schemas.microsoft.com/office/drawing/2014/main" id="{20B2565B-218C-E5A4-6E8F-768B1B25E0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0" y="2955"/>
              <a:ext cx="71" cy="30"/>
            </a:xfrm>
            <a:custGeom>
              <a:avLst/>
              <a:gdLst>
                <a:gd name="T0" fmla="*/ 0 w 71"/>
                <a:gd name="T1" fmla="*/ 24 h 30"/>
                <a:gd name="T2" fmla="*/ 71 w 71"/>
                <a:gd name="T3" fmla="*/ 30 h 30"/>
                <a:gd name="T4" fmla="*/ 13 w 71"/>
                <a:gd name="T5" fmla="*/ 0 h 30"/>
                <a:gd name="T6" fmla="*/ 0 w 71"/>
                <a:gd name="T7" fmla="*/ 2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" h="30">
                  <a:moveTo>
                    <a:pt x="0" y="24"/>
                  </a:moveTo>
                  <a:lnTo>
                    <a:pt x="71" y="30"/>
                  </a:lnTo>
                  <a:lnTo>
                    <a:pt x="13" y="0"/>
                  </a:lnTo>
                  <a:lnTo>
                    <a:pt x="0" y="24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74" name="Line 42">
              <a:extLst>
                <a:ext uri="{FF2B5EF4-FFF2-40B4-BE49-F238E27FC236}">
                  <a16:creationId xmlns:a16="http://schemas.microsoft.com/office/drawing/2014/main" id="{7370657C-22A0-E9E7-FBDE-386E491483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2713"/>
              <a:ext cx="797" cy="203"/>
            </a:xfrm>
            <a:prstGeom prst="line">
              <a:avLst/>
            </a:prstGeom>
            <a:ln w="9525">
              <a:solidFill>
                <a:srgbClr val="000000"/>
              </a:solidFill>
              <a:round/>
              <a:headEnd/>
              <a:tailEnd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75" name="Freeform 43">
              <a:extLst>
                <a:ext uri="{FF2B5EF4-FFF2-40B4-BE49-F238E27FC236}">
                  <a16:creationId xmlns:a16="http://schemas.microsoft.com/office/drawing/2014/main" id="{C2A9C32A-2DD7-B132-CBCC-1492C2D4F8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0" y="2902"/>
              <a:ext cx="71" cy="30"/>
            </a:xfrm>
            <a:custGeom>
              <a:avLst/>
              <a:gdLst>
                <a:gd name="T0" fmla="*/ 0 w 71"/>
                <a:gd name="T1" fmla="*/ 26 h 30"/>
                <a:gd name="T2" fmla="*/ 71 w 71"/>
                <a:gd name="T3" fmla="*/ 30 h 30"/>
                <a:gd name="T4" fmla="*/ 16 w 71"/>
                <a:gd name="T5" fmla="*/ 0 h 30"/>
                <a:gd name="T6" fmla="*/ 0 w 71"/>
                <a:gd name="T7" fmla="*/ 26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" h="30">
                  <a:moveTo>
                    <a:pt x="0" y="26"/>
                  </a:moveTo>
                  <a:lnTo>
                    <a:pt x="71" y="30"/>
                  </a:lnTo>
                  <a:lnTo>
                    <a:pt x="16" y="0"/>
                  </a:lnTo>
                  <a:lnTo>
                    <a:pt x="0" y="26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76" name="Line 44">
              <a:extLst>
                <a:ext uri="{FF2B5EF4-FFF2-40B4-BE49-F238E27FC236}">
                  <a16:creationId xmlns:a16="http://schemas.microsoft.com/office/drawing/2014/main" id="{6D6F30D8-2057-0DD1-A8F2-C17750222E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2815"/>
              <a:ext cx="803" cy="205"/>
            </a:xfrm>
            <a:prstGeom prst="line">
              <a:avLst/>
            </a:prstGeom>
            <a:ln w="9525">
              <a:solidFill>
                <a:srgbClr val="000000"/>
              </a:solidFill>
              <a:round/>
              <a:headEnd/>
              <a:tailEnd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77" name="Freeform 45">
              <a:extLst>
                <a:ext uri="{FF2B5EF4-FFF2-40B4-BE49-F238E27FC236}">
                  <a16:creationId xmlns:a16="http://schemas.microsoft.com/office/drawing/2014/main" id="{7A49788F-7C85-34E0-BC61-AC9BD12971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0" y="3004"/>
              <a:ext cx="68" cy="30"/>
            </a:xfrm>
            <a:custGeom>
              <a:avLst/>
              <a:gdLst>
                <a:gd name="T0" fmla="*/ 0 w 68"/>
                <a:gd name="T1" fmla="*/ 25 h 30"/>
                <a:gd name="T2" fmla="*/ 68 w 68"/>
                <a:gd name="T3" fmla="*/ 30 h 30"/>
                <a:gd name="T4" fmla="*/ 13 w 68"/>
                <a:gd name="T5" fmla="*/ 0 h 30"/>
                <a:gd name="T6" fmla="*/ 0 w 68"/>
                <a:gd name="T7" fmla="*/ 2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" h="30">
                  <a:moveTo>
                    <a:pt x="0" y="25"/>
                  </a:moveTo>
                  <a:lnTo>
                    <a:pt x="68" y="30"/>
                  </a:lnTo>
                  <a:lnTo>
                    <a:pt x="13" y="0"/>
                  </a:lnTo>
                  <a:lnTo>
                    <a:pt x="0" y="25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78" name="Line 46">
              <a:extLst>
                <a:ext uri="{FF2B5EF4-FFF2-40B4-BE49-F238E27FC236}">
                  <a16:creationId xmlns:a16="http://schemas.microsoft.com/office/drawing/2014/main" id="{5A710FD5-C613-FC9A-04A3-5993565557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3" y="2868"/>
              <a:ext cx="797" cy="203"/>
            </a:xfrm>
            <a:prstGeom prst="line">
              <a:avLst/>
            </a:prstGeom>
            <a:ln w="9525">
              <a:solidFill>
                <a:srgbClr val="000000"/>
              </a:solidFill>
              <a:round/>
              <a:headEnd/>
              <a:tailEnd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79" name="Freeform 47">
              <a:extLst>
                <a:ext uri="{FF2B5EF4-FFF2-40B4-BE49-F238E27FC236}">
                  <a16:creationId xmlns:a16="http://schemas.microsoft.com/office/drawing/2014/main" id="{94BA3A7A-89F7-7BC6-46E2-0C4A972BB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0" y="3055"/>
              <a:ext cx="71" cy="30"/>
            </a:xfrm>
            <a:custGeom>
              <a:avLst/>
              <a:gdLst>
                <a:gd name="T0" fmla="*/ 0 w 71"/>
                <a:gd name="T1" fmla="*/ 25 h 30"/>
                <a:gd name="T2" fmla="*/ 71 w 71"/>
                <a:gd name="T3" fmla="*/ 30 h 30"/>
                <a:gd name="T4" fmla="*/ 13 w 71"/>
                <a:gd name="T5" fmla="*/ 0 h 30"/>
                <a:gd name="T6" fmla="*/ 0 w 71"/>
                <a:gd name="T7" fmla="*/ 2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" h="30">
                  <a:moveTo>
                    <a:pt x="0" y="25"/>
                  </a:moveTo>
                  <a:lnTo>
                    <a:pt x="71" y="30"/>
                  </a:lnTo>
                  <a:lnTo>
                    <a:pt x="13" y="0"/>
                  </a:lnTo>
                  <a:lnTo>
                    <a:pt x="0" y="25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80" name="Line 48">
              <a:extLst>
                <a:ext uri="{FF2B5EF4-FFF2-40B4-BE49-F238E27FC236}">
                  <a16:creationId xmlns:a16="http://schemas.microsoft.com/office/drawing/2014/main" id="{F1A0A37E-F2FB-C72D-2711-CD12547C24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35" y="2833"/>
              <a:ext cx="796" cy="240"/>
            </a:xfrm>
            <a:prstGeom prst="line">
              <a:avLst/>
            </a:prstGeom>
            <a:ln w="9525">
              <a:solidFill>
                <a:srgbClr val="000000"/>
              </a:solidFill>
              <a:round/>
              <a:headEnd/>
              <a:tailEnd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81" name="Freeform 49">
              <a:extLst>
                <a:ext uri="{FF2B5EF4-FFF2-40B4-BE49-F238E27FC236}">
                  <a16:creationId xmlns:a16="http://schemas.microsoft.com/office/drawing/2014/main" id="{81502637-47C7-466C-B43F-814A34E221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3" y="3062"/>
              <a:ext cx="71" cy="27"/>
            </a:xfrm>
            <a:custGeom>
              <a:avLst/>
              <a:gdLst>
                <a:gd name="T0" fmla="*/ 59 w 71"/>
                <a:gd name="T1" fmla="*/ 0 h 27"/>
                <a:gd name="T2" fmla="*/ 0 w 71"/>
                <a:gd name="T3" fmla="*/ 27 h 27"/>
                <a:gd name="T4" fmla="*/ 71 w 71"/>
                <a:gd name="T5" fmla="*/ 25 h 27"/>
                <a:gd name="T6" fmla="*/ 59 w 71"/>
                <a:gd name="T7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" h="27">
                  <a:moveTo>
                    <a:pt x="59" y="0"/>
                  </a:moveTo>
                  <a:lnTo>
                    <a:pt x="0" y="27"/>
                  </a:lnTo>
                  <a:lnTo>
                    <a:pt x="71" y="25"/>
                  </a:lnTo>
                  <a:lnTo>
                    <a:pt x="59" y="0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82" name="Line 50">
              <a:extLst>
                <a:ext uri="{FF2B5EF4-FFF2-40B4-BE49-F238E27FC236}">
                  <a16:creationId xmlns:a16="http://schemas.microsoft.com/office/drawing/2014/main" id="{CA98E110-A6FA-ED90-13DF-1DC219163B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32" y="2242"/>
              <a:ext cx="799" cy="245"/>
            </a:xfrm>
            <a:prstGeom prst="line">
              <a:avLst/>
            </a:prstGeom>
            <a:ln w="9525">
              <a:solidFill>
                <a:srgbClr val="000000"/>
              </a:solidFill>
              <a:round/>
              <a:headEnd/>
              <a:tailEnd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83" name="Freeform 51">
              <a:extLst>
                <a:ext uri="{FF2B5EF4-FFF2-40B4-BE49-F238E27FC236}">
                  <a16:creationId xmlns:a16="http://schemas.microsoft.com/office/drawing/2014/main" id="{79A00250-4056-4A6E-6E2A-86C6D647DA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3" y="2475"/>
              <a:ext cx="68" cy="28"/>
            </a:xfrm>
            <a:custGeom>
              <a:avLst/>
              <a:gdLst>
                <a:gd name="T0" fmla="*/ 59 w 68"/>
                <a:gd name="T1" fmla="*/ 0 h 28"/>
                <a:gd name="T2" fmla="*/ 0 w 68"/>
                <a:gd name="T3" fmla="*/ 28 h 28"/>
                <a:gd name="T4" fmla="*/ 68 w 68"/>
                <a:gd name="T5" fmla="*/ 26 h 28"/>
                <a:gd name="T6" fmla="*/ 59 w 68"/>
                <a:gd name="T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" h="28">
                  <a:moveTo>
                    <a:pt x="59" y="0"/>
                  </a:moveTo>
                  <a:lnTo>
                    <a:pt x="0" y="28"/>
                  </a:lnTo>
                  <a:lnTo>
                    <a:pt x="68" y="26"/>
                  </a:lnTo>
                  <a:lnTo>
                    <a:pt x="59" y="0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84" name="Line 52">
              <a:extLst>
                <a:ext uri="{FF2B5EF4-FFF2-40B4-BE49-F238E27FC236}">
                  <a16:creationId xmlns:a16="http://schemas.microsoft.com/office/drawing/2014/main" id="{0C7A0175-55C1-6A42-45AD-8E8AE37DEE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35" y="2293"/>
              <a:ext cx="796" cy="247"/>
            </a:xfrm>
            <a:prstGeom prst="line">
              <a:avLst/>
            </a:prstGeom>
            <a:ln w="9525">
              <a:solidFill>
                <a:srgbClr val="000000"/>
              </a:solidFill>
              <a:round/>
              <a:headEnd/>
              <a:tailEnd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85" name="Freeform 53">
              <a:extLst>
                <a:ext uri="{FF2B5EF4-FFF2-40B4-BE49-F238E27FC236}">
                  <a16:creationId xmlns:a16="http://schemas.microsoft.com/office/drawing/2014/main" id="{9F850CBE-1A20-E8E0-C755-C9D11338C2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3" y="2526"/>
              <a:ext cx="71" cy="30"/>
            </a:xfrm>
            <a:custGeom>
              <a:avLst/>
              <a:gdLst>
                <a:gd name="T0" fmla="*/ 59 w 71"/>
                <a:gd name="T1" fmla="*/ 0 h 30"/>
                <a:gd name="T2" fmla="*/ 0 w 71"/>
                <a:gd name="T3" fmla="*/ 30 h 30"/>
                <a:gd name="T4" fmla="*/ 71 w 71"/>
                <a:gd name="T5" fmla="*/ 25 h 30"/>
                <a:gd name="T6" fmla="*/ 59 w 7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" h="30">
                  <a:moveTo>
                    <a:pt x="59" y="0"/>
                  </a:moveTo>
                  <a:lnTo>
                    <a:pt x="0" y="30"/>
                  </a:lnTo>
                  <a:lnTo>
                    <a:pt x="71" y="25"/>
                  </a:lnTo>
                  <a:lnTo>
                    <a:pt x="59" y="0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86" name="Line 54">
              <a:extLst>
                <a:ext uri="{FF2B5EF4-FFF2-40B4-BE49-F238E27FC236}">
                  <a16:creationId xmlns:a16="http://schemas.microsoft.com/office/drawing/2014/main" id="{1B7BD76E-CBC5-758D-09FE-4353DBF305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35" y="2346"/>
              <a:ext cx="796" cy="240"/>
            </a:xfrm>
            <a:prstGeom prst="line">
              <a:avLst/>
            </a:prstGeom>
            <a:ln w="9525">
              <a:solidFill>
                <a:srgbClr val="000000"/>
              </a:solidFill>
              <a:round/>
              <a:headEnd/>
              <a:tailEnd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87" name="Freeform 55">
              <a:extLst>
                <a:ext uri="{FF2B5EF4-FFF2-40B4-BE49-F238E27FC236}">
                  <a16:creationId xmlns:a16="http://schemas.microsoft.com/office/drawing/2014/main" id="{8EDC0C37-C694-9981-2F38-867B48A834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3" y="2577"/>
              <a:ext cx="68" cy="27"/>
            </a:xfrm>
            <a:custGeom>
              <a:avLst/>
              <a:gdLst>
                <a:gd name="T0" fmla="*/ 59 w 68"/>
                <a:gd name="T1" fmla="*/ 0 h 27"/>
                <a:gd name="T2" fmla="*/ 0 w 68"/>
                <a:gd name="T3" fmla="*/ 27 h 27"/>
                <a:gd name="T4" fmla="*/ 68 w 68"/>
                <a:gd name="T5" fmla="*/ 25 h 27"/>
                <a:gd name="T6" fmla="*/ 59 w 68"/>
                <a:gd name="T7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" h="27">
                  <a:moveTo>
                    <a:pt x="59" y="0"/>
                  </a:moveTo>
                  <a:lnTo>
                    <a:pt x="0" y="27"/>
                  </a:lnTo>
                  <a:lnTo>
                    <a:pt x="68" y="25"/>
                  </a:lnTo>
                  <a:lnTo>
                    <a:pt x="59" y="0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88" name="Line 56">
              <a:extLst>
                <a:ext uri="{FF2B5EF4-FFF2-40B4-BE49-F238E27FC236}">
                  <a16:creationId xmlns:a16="http://schemas.microsoft.com/office/drawing/2014/main" id="{8DB8921B-7881-3EF5-A803-77E8DCC56D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32" y="2397"/>
              <a:ext cx="799" cy="244"/>
            </a:xfrm>
            <a:prstGeom prst="line">
              <a:avLst/>
            </a:prstGeom>
            <a:ln w="9525">
              <a:solidFill>
                <a:srgbClr val="000000"/>
              </a:solidFill>
              <a:round/>
              <a:headEnd/>
              <a:tailEnd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89" name="Freeform 57">
              <a:extLst>
                <a:ext uri="{FF2B5EF4-FFF2-40B4-BE49-F238E27FC236}">
                  <a16:creationId xmlns:a16="http://schemas.microsoft.com/office/drawing/2014/main" id="{36B25477-EBE2-5103-AB54-7231A1B971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3" y="2630"/>
              <a:ext cx="68" cy="28"/>
            </a:xfrm>
            <a:custGeom>
              <a:avLst/>
              <a:gdLst>
                <a:gd name="T0" fmla="*/ 59 w 68"/>
                <a:gd name="T1" fmla="*/ 0 h 28"/>
                <a:gd name="T2" fmla="*/ 0 w 68"/>
                <a:gd name="T3" fmla="*/ 28 h 28"/>
                <a:gd name="T4" fmla="*/ 68 w 68"/>
                <a:gd name="T5" fmla="*/ 25 h 28"/>
                <a:gd name="T6" fmla="*/ 59 w 68"/>
                <a:gd name="T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" h="28">
                  <a:moveTo>
                    <a:pt x="59" y="0"/>
                  </a:moveTo>
                  <a:lnTo>
                    <a:pt x="0" y="28"/>
                  </a:lnTo>
                  <a:lnTo>
                    <a:pt x="68" y="25"/>
                  </a:lnTo>
                  <a:lnTo>
                    <a:pt x="59" y="0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90" name="Line 58">
              <a:extLst>
                <a:ext uri="{FF2B5EF4-FFF2-40B4-BE49-F238E27FC236}">
                  <a16:creationId xmlns:a16="http://schemas.microsoft.com/office/drawing/2014/main" id="{DE7B3E93-6858-CC41-346D-F2308FD575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35" y="2884"/>
              <a:ext cx="796" cy="240"/>
            </a:xfrm>
            <a:prstGeom prst="line">
              <a:avLst/>
            </a:prstGeom>
            <a:ln w="9525">
              <a:solidFill>
                <a:srgbClr val="000000"/>
              </a:solidFill>
              <a:round/>
              <a:headEnd/>
              <a:tailEnd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91" name="Freeform 59">
              <a:extLst>
                <a:ext uri="{FF2B5EF4-FFF2-40B4-BE49-F238E27FC236}">
                  <a16:creationId xmlns:a16="http://schemas.microsoft.com/office/drawing/2014/main" id="{AE5E5C17-7BD4-F557-5000-D0B403692A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3" y="3112"/>
              <a:ext cx="71" cy="28"/>
            </a:xfrm>
            <a:custGeom>
              <a:avLst/>
              <a:gdLst>
                <a:gd name="T0" fmla="*/ 59 w 71"/>
                <a:gd name="T1" fmla="*/ 0 h 28"/>
                <a:gd name="T2" fmla="*/ 0 w 71"/>
                <a:gd name="T3" fmla="*/ 28 h 28"/>
                <a:gd name="T4" fmla="*/ 71 w 71"/>
                <a:gd name="T5" fmla="*/ 26 h 28"/>
                <a:gd name="T6" fmla="*/ 59 w 71"/>
                <a:gd name="T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" h="28">
                  <a:moveTo>
                    <a:pt x="59" y="0"/>
                  </a:moveTo>
                  <a:lnTo>
                    <a:pt x="0" y="28"/>
                  </a:lnTo>
                  <a:lnTo>
                    <a:pt x="71" y="26"/>
                  </a:lnTo>
                  <a:lnTo>
                    <a:pt x="59" y="0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92" name="Line 60">
              <a:extLst>
                <a:ext uri="{FF2B5EF4-FFF2-40B4-BE49-F238E27FC236}">
                  <a16:creationId xmlns:a16="http://schemas.microsoft.com/office/drawing/2014/main" id="{BEC3A5BD-AFEF-EB16-F741-224152F9CA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35" y="2935"/>
              <a:ext cx="793" cy="240"/>
            </a:xfrm>
            <a:prstGeom prst="line">
              <a:avLst/>
            </a:prstGeom>
            <a:ln w="9525">
              <a:solidFill>
                <a:srgbClr val="000000"/>
              </a:solidFill>
              <a:round/>
              <a:headEnd/>
              <a:tailEnd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93" name="Freeform 61">
              <a:extLst>
                <a:ext uri="{FF2B5EF4-FFF2-40B4-BE49-F238E27FC236}">
                  <a16:creationId xmlns:a16="http://schemas.microsoft.com/office/drawing/2014/main" id="{170409A2-D489-E7CE-63BD-48C3A29C0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6" y="3163"/>
              <a:ext cx="68" cy="28"/>
            </a:xfrm>
            <a:custGeom>
              <a:avLst/>
              <a:gdLst>
                <a:gd name="T0" fmla="*/ 56 w 68"/>
                <a:gd name="T1" fmla="*/ 0 h 28"/>
                <a:gd name="T2" fmla="*/ 0 w 68"/>
                <a:gd name="T3" fmla="*/ 28 h 28"/>
                <a:gd name="T4" fmla="*/ 68 w 68"/>
                <a:gd name="T5" fmla="*/ 26 h 28"/>
                <a:gd name="T6" fmla="*/ 56 w 68"/>
                <a:gd name="T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" h="28">
                  <a:moveTo>
                    <a:pt x="56" y="0"/>
                  </a:moveTo>
                  <a:lnTo>
                    <a:pt x="0" y="28"/>
                  </a:lnTo>
                  <a:lnTo>
                    <a:pt x="68" y="26"/>
                  </a:lnTo>
                  <a:lnTo>
                    <a:pt x="56" y="0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94" name="Line 62">
              <a:extLst>
                <a:ext uri="{FF2B5EF4-FFF2-40B4-BE49-F238E27FC236}">
                  <a16:creationId xmlns:a16="http://schemas.microsoft.com/office/drawing/2014/main" id="{C84C0C04-5B27-5A78-018A-8E28C479EFF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35" y="2988"/>
              <a:ext cx="793" cy="235"/>
            </a:xfrm>
            <a:prstGeom prst="line">
              <a:avLst/>
            </a:prstGeom>
            <a:ln w="9525">
              <a:solidFill>
                <a:srgbClr val="000000"/>
              </a:solidFill>
              <a:round/>
              <a:headEnd/>
              <a:tailEnd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95" name="Freeform 63">
              <a:extLst>
                <a:ext uri="{FF2B5EF4-FFF2-40B4-BE49-F238E27FC236}">
                  <a16:creationId xmlns:a16="http://schemas.microsoft.com/office/drawing/2014/main" id="{9C8049FF-5556-452C-BA56-7C22645700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3" y="3212"/>
              <a:ext cx="71" cy="27"/>
            </a:xfrm>
            <a:custGeom>
              <a:avLst/>
              <a:gdLst>
                <a:gd name="T0" fmla="*/ 59 w 71"/>
                <a:gd name="T1" fmla="*/ 0 h 27"/>
                <a:gd name="T2" fmla="*/ 0 w 71"/>
                <a:gd name="T3" fmla="*/ 27 h 27"/>
                <a:gd name="T4" fmla="*/ 71 w 71"/>
                <a:gd name="T5" fmla="*/ 25 h 27"/>
                <a:gd name="T6" fmla="*/ 59 w 71"/>
                <a:gd name="T7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" h="27">
                  <a:moveTo>
                    <a:pt x="59" y="0"/>
                  </a:moveTo>
                  <a:lnTo>
                    <a:pt x="0" y="27"/>
                  </a:lnTo>
                  <a:lnTo>
                    <a:pt x="71" y="25"/>
                  </a:lnTo>
                  <a:lnTo>
                    <a:pt x="59" y="0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96" name="Line 64">
              <a:extLst>
                <a:ext uri="{FF2B5EF4-FFF2-40B4-BE49-F238E27FC236}">
                  <a16:creationId xmlns:a16="http://schemas.microsoft.com/office/drawing/2014/main" id="{14591A12-F1BE-B636-32B7-32886EBB41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35" y="3036"/>
              <a:ext cx="796" cy="240"/>
            </a:xfrm>
            <a:prstGeom prst="line">
              <a:avLst/>
            </a:prstGeom>
            <a:ln w="9525">
              <a:solidFill>
                <a:srgbClr val="000000"/>
              </a:solidFill>
              <a:round/>
              <a:headEnd/>
              <a:tailEnd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97" name="Freeform 65">
              <a:extLst>
                <a:ext uri="{FF2B5EF4-FFF2-40B4-BE49-F238E27FC236}">
                  <a16:creationId xmlns:a16="http://schemas.microsoft.com/office/drawing/2014/main" id="{F6B27019-279F-A207-A2F6-E18F6DAFA9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3" y="3265"/>
              <a:ext cx="71" cy="28"/>
            </a:xfrm>
            <a:custGeom>
              <a:avLst/>
              <a:gdLst>
                <a:gd name="T0" fmla="*/ 59 w 71"/>
                <a:gd name="T1" fmla="*/ 0 h 28"/>
                <a:gd name="T2" fmla="*/ 0 w 71"/>
                <a:gd name="T3" fmla="*/ 28 h 28"/>
                <a:gd name="T4" fmla="*/ 71 w 71"/>
                <a:gd name="T5" fmla="*/ 25 h 28"/>
                <a:gd name="T6" fmla="*/ 59 w 71"/>
                <a:gd name="T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" h="28">
                  <a:moveTo>
                    <a:pt x="59" y="0"/>
                  </a:moveTo>
                  <a:lnTo>
                    <a:pt x="0" y="28"/>
                  </a:lnTo>
                  <a:lnTo>
                    <a:pt x="71" y="25"/>
                  </a:lnTo>
                  <a:lnTo>
                    <a:pt x="59" y="0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98" name="Line 66">
              <a:extLst>
                <a:ext uri="{FF2B5EF4-FFF2-40B4-BE49-F238E27FC236}">
                  <a16:creationId xmlns:a16="http://schemas.microsoft.com/office/drawing/2014/main" id="{9C62EF52-22E2-EB46-3685-A056D15A74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35" y="3087"/>
              <a:ext cx="796" cy="240"/>
            </a:xfrm>
            <a:prstGeom prst="line">
              <a:avLst/>
            </a:prstGeom>
            <a:ln w="9525">
              <a:solidFill>
                <a:srgbClr val="000000"/>
              </a:solidFill>
              <a:round/>
              <a:headEnd/>
              <a:tailEnd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99" name="Freeform 67">
              <a:extLst>
                <a:ext uri="{FF2B5EF4-FFF2-40B4-BE49-F238E27FC236}">
                  <a16:creationId xmlns:a16="http://schemas.microsoft.com/office/drawing/2014/main" id="{D3117E1C-9E8A-68B5-C429-A1F965E44D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3" y="3313"/>
              <a:ext cx="71" cy="30"/>
            </a:xfrm>
            <a:custGeom>
              <a:avLst/>
              <a:gdLst>
                <a:gd name="T0" fmla="*/ 59 w 71"/>
                <a:gd name="T1" fmla="*/ 0 h 30"/>
                <a:gd name="T2" fmla="*/ 0 w 71"/>
                <a:gd name="T3" fmla="*/ 30 h 30"/>
                <a:gd name="T4" fmla="*/ 71 w 71"/>
                <a:gd name="T5" fmla="*/ 26 h 30"/>
                <a:gd name="T6" fmla="*/ 59 w 71"/>
                <a:gd name="T7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" h="30">
                  <a:moveTo>
                    <a:pt x="59" y="0"/>
                  </a:moveTo>
                  <a:lnTo>
                    <a:pt x="0" y="30"/>
                  </a:lnTo>
                  <a:lnTo>
                    <a:pt x="71" y="26"/>
                  </a:lnTo>
                  <a:lnTo>
                    <a:pt x="59" y="0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100" name="Freeform 68">
              <a:extLst>
                <a:ext uri="{FF2B5EF4-FFF2-40B4-BE49-F238E27FC236}">
                  <a16:creationId xmlns:a16="http://schemas.microsoft.com/office/drawing/2014/main" id="{3D87E218-F284-9A87-7245-2AF471EECF4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34" y="3309"/>
              <a:ext cx="19" cy="85"/>
            </a:xfrm>
            <a:custGeom>
              <a:avLst/>
              <a:gdLst>
                <a:gd name="T0" fmla="*/ 19 w 19"/>
                <a:gd name="T1" fmla="*/ 81 h 85"/>
                <a:gd name="T2" fmla="*/ 19 w 19"/>
                <a:gd name="T3" fmla="*/ 81 h 85"/>
                <a:gd name="T4" fmla="*/ 19 w 19"/>
                <a:gd name="T5" fmla="*/ 74 h 85"/>
                <a:gd name="T6" fmla="*/ 10 w 19"/>
                <a:gd name="T7" fmla="*/ 74 h 85"/>
                <a:gd name="T8" fmla="*/ 10 w 19"/>
                <a:gd name="T9" fmla="*/ 74 h 85"/>
                <a:gd name="T10" fmla="*/ 4 w 19"/>
                <a:gd name="T11" fmla="*/ 74 h 85"/>
                <a:gd name="T12" fmla="*/ 0 w 19"/>
                <a:gd name="T13" fmla="*/ 78 h 85"/>
                <a:gd name="T14" fmla="*/ 0 w 19"/>
                <a:gd name="T15" fmla="*/ 78 h 85"/>
                <a:gd name="T16" fmla="*/ 4 w 19"/>
                <a:gd name="T17" fmla="*/ 85 h 85"/>
                <a:gd name="T18" fmla="*/ 10 w 19"/>
                <a:gd name="T19" fmla="*/ 85 h 85"/>
                <a:gd name="T20" fmla="*/ 10 w 19"/>
                <a:gd name="T21" fmla="*/ 85 h 85"/>
                <a:gd name="T22" fmla="*/ 19 w 19"/>
                <a:gd name="T23" fmla="*/ 85 h 85"/>
                <a:gd name="T24" fmla="*/ 19 w 19"/>
                <a:gd name="T25" fmla="*/ 81 h 85"/>
                <a:gd name="T26" fmla="*/ 19 w 19"/>
                <a:gd name="T27" fmla="*/ 81 h 85"/>
                <a:gd name="T28" fmla="*/ 19 w 19"/>
                <a:gd name="T29" fmla="*/ 44 h 85"/>
                <a:gd name="T30" fmla="*/ 19 w 19"/>
                <a:gd name="T31" fmla="*/ 44 h 85"/>
                <a:gd name="T32" fmla="*/ 19 w 19"/>
                <a:gd name="T33" fmla="*/ 39 h 85"/>
                <a:gd name="T34" fmla="*/ 10 w 19"/>
                <a:gd name="T35" fmla="*/ 37 h 85"/>
                <a:gd name="T36" fmla="*/ 10 w 19"/>
                <a:gd name="T37" fmla="*/ 37 h 85"/>
                <a:gd name="T38" fmla="*/ 4 w 19"/>
                <a:gd name="T39" fmla="*/ 39 h 85"/>
                <a:gd name="T40" fmla="*/ 0 w 19"/>
                <a:gd name="T41" fmla="*/ 44 h 85"/>
                <a:gd name="T42" fmla="*/ 0 w 19"/>
                <a:gd name="T43" fmla="*/ 44 h 85"/>
                <a:gd name="T44" fmla="*/ 4 w 19"/>
                <a:gd name="T45" fmla="*/ 48 h 85"/>
                <a:gd name="T46" fmla="*/ 10 w 19"/>
                <a:gd name="T47" fmla="*/ 48 h 85"/>
                <a:gd name="T48" fmla="*/ 10 w 19"/>
                <a:gd name="T49" fmla="*/ 48 h 85"/>
                <a:gd name="T50" fmla="*/ 19 w 19"/>
                <a:gd name="T51" fmla="*/ 48 h 85"/>
                <a:gd name="T52" fmla="*/ 19 w 19"/>
                <a:gd name="T53" fmla="*/ 44 h 85"/>
                <a:gd name="T54" fmla="*/ 19 w 19"/>
                <a:gd name="T55" fmla="*/ 44 h 85"/>
                <a:gd name="T56" fmla="*/ 19 w 19"/>
                <a:gd name="T57" fmla="*/ 7 h 85"/>
                <a:gd name="T58" fmla="*/ 19 w 19"/>
                <a:gd name="T59" fmla="*/ 7 h 85"/>
                <a:gd name="T60" fmla="*/ 19 w 19"/>
                <a:gd name="T61" fmla="*/ 2 h 85"/>
                <a:gd name="T62" fmla="*/ 10 w 19"/>
                <a:gd name="T63" fmla="*/ 0 h 85"/>
                <a:gd name="T64" fmla="*/ 10 w 19"/>
                <a:gd name="T65" fmla="*/ 0 h 85"/>
                <a:gd name="T66" fmla="*/ 4 w 19"/>
                <a:gd name="T67" fmla="*/ 2 h 85"/>
                <a:gd name="T68" fmla="*/ 0 w 19"/>
                <a:gd name="T69" fmla="*/ 7 h 85"/>
                <a:gd name="T70" fmla="*/ 0 w 19"/>
                <a:gd name="T71" fmla="*/ 7 h 85"/>
                <a:gd name="T72" fmla="*/ 4 w 19"/>
                <a:gd name="T73" fmla="*/ 11 h 85"/>
                <a:gd name="T74" fmla="*/ 10 w 19"/>
                <a:gd name="T75" fmla="*/ 11 h 85"/>
                <a:gd name="T76" fmla="*/ 10 w 19"/>
                <a:gd name="T77" fmla="*/ 11 h 85"/>
                <a:gd name="T78" fmla="*/ 19 w 19"/>
                <a:gd name="T79" fmla="*/ 11 h 85"/>
                <a:gd name="T80" fmla="*/ 19 w 19"/>
                <a:gd name="T81" fmla="*/ 7 h 85"/>
                <a:gd name="T82" fmla="*/ 19 w 19"/>
                <a:gd name="T83" fmla="*/ 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9" h="85">
                  <a:moveTo>
                    <a:pt x="19" y="81"/>
                  </a:moveTo>
                  <a:lnTo>
                    <a:pt x="19" y="81"/>
                  </a:lnTo>
                  <a:lnTo>
                    <a:pt x="19" y="74"/>
                  </a:lnTo>
                  <a:lnTo>
                    <a:pt x="10" y="74"/>
                  </a:lnTo>
                  <a:lnTo>
                    <a:pt x="10" y="74"/>
                  </a:lnTo>
                  <a:lnTo>
                    <a:pt x="4" y="74"/>
                  </a:lnTo>
                  <a:lnTo>
                    <a:pt x="0" y="78"/>
                  </a:lnTo>
                  <a:lnTo>
                    <a:pt x="0" y="78"/>
                  </a:lnTo>
                  <a:lnTo>
                    <a:pt x="4" y="85"/>
                  </a:lnTo>
                  <a:lnTo>
                    <a:pt x="10" y="85"/>
                  </a:lnTo>
                  <a:lnTo>
                    <a:pt x="10" y="85"/>
                  </a:lnTo>
                  <a:lnTo>
                    <a:pt x="19" y="85"/>
                  </a:lnTo>
                  <a:lnTo>
                    <a:pt x="19" y="81"/>
                  </a:lnTo>
                  <a:lnTo>
                    <a:pt x="19" y="81"/>
                  </a:lnTo>
                  <a:close/>
                  <a:moveTo>
                    <a:pt x="19" y="44"/>
                  </a:moveTo>
                  <a:lnTo>
                    <a:pt x="19" y="44"/>
                  </a:lnTo>
                  <a:lnTo>
                    <a:pt x="19" y="39"/>
                  </a:lnTo>
                  <a:lnTo>
                    <a:pt x="10" y="37"/>
                  </a:lnTo>
                  <a:lnTo>
                    <a:pt x="10" y="37"/>
                  </a:lnTo>
                  <a:lnTo>
                    <a:pt x="4" y="39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4" y="48"/>
                  </a:lnTo>
                  <a:lnTo>
                    <a:pt x="10" y="48"/>
                  </a:lnTo>
                  <a:lnTo>
                    <a:pt x="10" y="48"/>
                  </a:lnTo>
                  <a:lnTo>
                    <a:pt x="19" y="48"/>
                  </a:lnTo>
                  <a:lnTo>
                    <a:pt x="19" y="44"/>
                  </a:lnTo>
                  <a:lnTo>
                    <a:pt x="19" y="44"/>
                  </a:lnTo>
                  <a:close/>
                  <a:moveTo>
                    <a:pt x="19" y="7"/>
                  </a:moveTo>
                  <a:lnTo>
                    <a:pt x="19" y="7"/>
                  </a:lnTo>
                  <a:lnTo>
                    <a:pt x="19" y="2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4" y="2"/>
                  </a:lnTo>
                  <a:lnTo>
                    <a:pt x="0" y="7"/>
                  </a:lnTo>
                  <a:lnTo>
                    <a:pt x="0" y="7"/>
                  </a:lnTo>
                  <a:lnTo>
                    <a:pt x="4" y="11"/>
                  </a:lnTo>
                  <a:lnTo>
                    <a:pt x="10" y="11"/>
                  </a:lnTo>
                  <a:lnTo>
                    <a:pt x="10" y="11"/>
                  </a:lnTo>
                  <a:lnTo>
                    <a:pt x="19" y="11"/>
                  </a:lnTo>
                  <a:lnTo>
                    <a:pt x="19" y="7"/>
                  </a:lnTo>
                  <a:lnTo>
                    <a:pt x="19" y="7"/>
                  </a:lnTo>
                  <a:close/>
                </a:path>
              </a:pathLst>
            </a:custGeom>
            <a:ln>
              <a:noFill/>
            </a:ln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000000"/>
                </a:buClr>
              </a:pPr>
              <a:endParaRPr lang="en-IN" sz="24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4101" name="Rectangle 69">
            <a:extLst>
              <a:ext uri="{FF2B5EF4-FFF2-40B4-BE49-F238E27FC236}">
                <a16:creationId xmlns:a16="http://schemas.microsoft.com/office/drawing/2014/main" id="{DE2E7C19-79A4-5C3E-A09F-DD23A5BB5F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2462" y="2189530"/>
            <a:ext cx="2833688" cy="1863725"/>
          </a:xfrm>
          <a:prstGeom prst="rect">
            <a:avLst/>
          </a:prstGeom>
          <a:noFill/>
          <a:ln w="19050">
            <a:solidFill>
              <a:srgbClr val="FFC000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2400" u="sng">
                <a:latin typeface="Comic Sans MS" panose="030F0702030302020204" pitchFamily="66" charset="0"/>
              </a:rPr>
              <a:t>Slow Start</a:t>
            </a:r>
          </a:p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2400">
                <a:latin typeface="Arial" panose="020B0604020202020204" pitchFamily="34" charset="0"/>
              </a:rPr>
              <a:t>Add one packet </a:t>
            </a:r>
          </a:p>
          <a:p>
            <a:pPr algn="ctr" fontAlgn="base"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</a:pPr>
            <a:r>
              <a:rPr lang="en-US" altLang="en-US" sz="2400">
                <a:latin typeface="Arial" panose="020B0604020202020204" pitchFamily="34" charset="0"/>
              </a:rPr>
              <a:t>per ACK</a:t>
            </a:r>
          </a:p>
        </p:txBody>
      </p:sp>
    </p:spTree>
    <p:extLst>
      <p:ext uri="{BB962C8B-B14F-4D97-AF65-F5344CB8AC3E}">
        <p14:creationId xmlns:p14="http://schemas.microsoft.com/office/powerpoint/2010/main" val="1055826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4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4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4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10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3CE959B-BFEB-43AA-CB47-9E696E74DB72}"/>
              </a:ext>
            </a:extLst>
          </p:cNvPr>
          <p:cNvGrpSpPr/>
          <p:nvPr/>
        </p:nvGrpSpPr>
        <p:grpSpPr>
          <a:xfrm>
            <a:off x="4709159" y="2645141"/>
            <a:ext cx="6339840" cy="682056"/>
            <a:chOff x="3566159" y="96559"/>
            <a:chExt cx="6339840" cy="682056"/>
          </a:xfrm>
        </p:grpSpPr>
        <p:sp>
          <p:nvSpPr>
            <p:cNvPr id="5" name="Rectangle: Top Corners Rounded 4">
              <a:extLst>
                <a:ext uri="{FF2B5EF4-FFF2-40B4-BE49-F238E27FC236}">
                  <a16:creationId xmlns:a16="http://schemas.microsoft.com/office/drawing/2014/main" id="{77802AB1-09A8-F719-5B54-C9678A1FF202}"/>
                </a:ext>
              </a:extLst>
            </p:cNvPr>
            <p:cNvSpPr/>
            <p:nvPr/>
          </p:nvSpPr>
          <p:spPr>
            <a:xfrm rot="5400000">
              <a:off x="6395051" y="-2732333"/>
              <a:ext cx="682056" cy="6339840"/>
            </a:xfrm>
            <a:prstGeom prst="round2Same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6" name="Rectangle: Top Corners Rounded 4">
              <a:extLst>
                <a:ext uri="{FF2B5EF4-FFF2-40B4-BE49-F238E27FC236}">
                  <a16:creationId xmlns:a16="http://schemas.microsoft.com/office/drawing/2014/main" id="{936983DF-818F-E3AF-5A12-E15D14549E73}"/>
                </a:ext>
              </a:extLst>
            </p:cNvPr>
            <p:cNvSpPr txBox="1"/>
            <p:nvPr/>
          </p:nvSpPr>
          <p:spPr>
            <a:xfrm>
              <a:off x="3566160" y="129853"/>
              <a:ext cx="6306545" cy="61546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0" tIns="123825" rIns="247650" bIns="123825" numCol="1" spcCol="1270" anchor="ctr" anchorCtr="0">
              <a:noAutofit/>
            </a:bodyPr>
            <a:lstStyle/>
            <a:p>
              <a:pPr marL="0" lvl="1" defTabSz="10668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r>
                <a:rPr lang="en-IN" sz="2600"/>
                <a:t>When should this exponential growth end?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0853DD6-D2D0-6CF4-9C4E-A1F63453C189}"/>
              </a:ext>
            </a:extLst>
          </p:cNvPr>
          <p:cNvGrpSpPr/>
          <p:nvPr/>
        </p:nvGrpSpPr>
        <p:grpSpPr>
          <a:xfrm>
            <a:off x="1143000" y="2559877"/>
            <a:ext cx="3566160" cy="852570"/>
            <a:chOff x="0" y="11295"/>
            <a:chExt cx="3566160" cy="85257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9EBB71D4-39F1-A2D6-01B6-CA122A246AAE}"/>
                </a:ext>
              </a:extLst>
            </p:cNvPr>
            <p:cNvSpPr/>
            <p:nvPr/>
          </p:nvSpPr>
          <p:spPr>
            <a:xfrm>
              <a:off x="0" y="11295"/>
              <a:ext cx="3566160" cy="85257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Rectangle: Rounded Corners 6">
              <a:extLst>
                <a:ext uri="{FF2B5EF4-FFF2-40B4-BE49-F238E27FC236}">
                  <a16:creationId xmlns:a16="http://schemas.microsoft.com/office/drawing/2014/main" id="{54CC0D73-41EA-D930-100C-5CFAC9998B10}"/>
                </a:ext>
              </a:extLst>
            </p:cNvPr>
            <p:cNvSpPr txBox="1"/>
            <p:nvPr/>
          </p:nvSpPr>
          <p:spPr>
            <a:xfrm>
              <a:off x="41619" y="52914"/>
              <a:ext cx="3482922" cy="76933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3820" tIns="41910" rIns="83820" bIns="41910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20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Question:</a:t>
              </a:r>
              <a:endParaRPr lang="en-US" sz="2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11204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3C2C7CC-9A59-1150-ADD7-240E54673B0D}"/>
              </a:ext>
            </a:extLst>
          </p:cNvPr>
          <p:cNvSpPr txBox="1"/>
          <p:nvPr/>
        </p:nvSpPr>
        <p:spPr>
          <a:xfrm>
            <a:off x="4817048" y="3519948"/>
            <a:ext cx="2557904" cy="1061952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85344" tIns="85344" rIns="113792" bIns="128016" numCol="1" spcCol="1270" anchor="t" anchorCtr="0">
            <a:noAutofit/>
          </a:bodyPr>
          <a:lstStyle/>
          <a:p>
            <a:pPr marL="0" lvl="1" algn="l" defTabSz="711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endParaRPr lang="en-US" sz="1600" kern="120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DF0D3EF-6B49-820F-2950-83D48C839BA5}"/>
              </a:ext>
            </a:extLst>
          </p:cNvPr>
          <p:cNvGrpSpPr/>
          <p:nvPr/>
        </p:nvGrpSpPr>
        <p:grpSpPr>
          <a:xfrm>
            <a:off x="442313" y="1205820"/>
            <a:ext cx="3447370" cy="691200"/>
            <a:chOff x="3535" y="22947"/>
            <a:chExt cx="3447370" cy="691200"/>
          </a:xfrm>
        </p:grpSpPr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3E46541-31C5-71F6-C9E1-7EF7131BD8BD}"/>
                </a:ext>
              </a:extLst>
            </p:cNvPr>
            <p:cNvSpPr/>
            <p:nvPr/>
          </p:nvSpPr>
          <p:spPr>
            <a:xfrm>
              <a:off x="3535" y="22947"/>
              <a:ext cx="3447370" cy="691200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263DABC7-8801-7437-643A-96247CADC4DA}"/>
                </a:ext>
              </a:extLst>
            </p:cNvPr>
            <p:cNvSpPr txBox="1"/>
            <p:nvPr/>
          </p:nvSpPr>
          <p:spPr>
            <a:xfrm>
              <a:off x="3535" y="22947"/>
              <a:ext cx="3447370" cy="6912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70688" tIns="97536" rIns="170688" bIns="97536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b="1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Loss Event</a:t>
              </a:r>
              <a:endParaRPr lang="en-US" sz="2400" b="1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2EA1946-7A7F-57D7-53E2-58C755520089}"/>
              </a:ext>
            </a:extLst>
          </p:cNvPr>
          <p:cNvGrpSpPr/>
          <p:nvPr/>
        </p:nvGrpSpPr>
        <p:grpSpPr>
          <a:xfrm>
            <a:off x="442313" y="1730477"/>
            <a:ext cx="3457202" cy="4001729"/>
            <a:chOff x="3535" y="551079"/>
            <a:chExt cx="3457202" cy="3918229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1020B2D6-6D8C-AECB-D950-370A51FE4249}"/>
                </a:ext>
              </a:extLst>
            </p:cNvPr>
            <p:cNvSpPr/>
            <p:nvPr/>
          </p:nvSpPr>
          <p:spPr>
            <a:xfrm>
              <a:off x="3535" y="714147"/>
              <a:ext cx="3447370" cy="3755160"/>
            </a:xfrm>
            <a:prstGeom prst="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D8C9765-E74F-12B0-6503-7822EA10D0DF}"/>
                </a:ext>
              </a:extLst>
            </p:cNvPr>
            <p:cNvSpPr txBox="1"/>
            <p:nvPr/>
          </p:nvSpPr>
          <p:spPr>
            <a:xfrm>
              <a:off x="13367" y="551079"/>
              <a:ext cx="3447370" cy="391822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8016" tIns="128016" rIns="170688" bIns="192024" numCol="1" spcCol="1270" anchor="t" anchorCtr="0">
              <a:noAutofit/>
            </a:bodyPr>
            <a:lstStyle/>
            <a:p>
              <a:pPr marL="342900" indent="-342900">
                <a:buFont typeface="Wingdings" panose="05000000000000000000" pitchFamily="2" charset="2"/>
                <a:buChar char="§"/>
              </a:pPr>
              <a:r>
                <a:rPr lang="en-US" sz="2400" dirty="0">
                  <a:latin typeface="Aptos Display"/>
                  <a:ea typeface="Tahoma"/>
                  <a:cs typeface="Tahoma"/>
                </a:rPr>
                <a:t>If there is a loss event (i.e., congestion) indicated by a timeout</a:t>
              </a:r>
            </a:p>
            <a:p>
              <a:r>
                <a:rPr lang="en-US" sz="2400" b="1" dirty="0" err="1">
                  <a:latin typeface="Aptos Display"/>
                  <a:ea typeface="Tahoma"/>
                  <a:cs typeface="Tahoma"/>
                </a:rPr>
                <a:t>ssthresh</a:t>
              </a:r>
              <a:r>
                <a:rPr lang="en-US" sz="2400" b="1" dirty="0">
                  <a:latin typeface="Aptos Display"/>
                  <a:ea typeface="Tahoma"/>
                  <a:cs typeface="Tahoma"/>
                </a:rPr>
                <a:t>= </a:t>
              </a:r>
              <a:r>
                <a:rPr lang="en-US" sz="2400" b="1" dirty="0" err="1">
                  <a:latin typeface="Aptos Display"/>
                  <a:ea typeface="Tahoma"/>
                  <a:cs typeface="Tahoma"/>
                </a:rPr>
                <a:t>cwnd</a:t>
              </a:r>
              <a:r>
                <a:rPr lang="en-US" sz="2400" b="1" dirty="0">
                  <a:latin typeface="Aptos Display"/>
                  <a:ea typeface="Tahoma"/>
                  <a:cs typeface="Tahoma"/>
                </a:rPr>
                <a:t>/2        </a:t>
              </a:r>
            </a:p>
            <a:p>
              <a:r>
                <a:rPr lang="en-US" sz="2400" b="1" dirty="0" err="1">
                  <a:latin typeface="Aptos Display"/>
                  <a:ea typeface="Tahoma"/>
                  <a:cs typeface="Tahoma"/>
                </a:rPr>
                <a:t>cwnd</a:t>
              </a:r>
              <a:r>
                <a:rPr lang="en-US" sz="2400" b="1" dirty="0">
                  <a:latin typeface="Aptos Display"/>
                  <a:ea typeface="Tahoma"/>
                  <a:cs typeface="Tahoma"/>
                </a:rPr>
                <a:t> = 1 MSS</a:t>
              </a:r>
            </a:p>
            <a:p>
              <a:r>
                <a:rPr lang="en-US" sz="2400" dirty="0">
                  <a:latin typeface="Aptos Display"/>
                  <a:ea typeface="Tahoma"/>
                  <a:cs typeface="Tahoma"/>
                </a:rPr>
                <a:t>(shorthand for “slow start threshold”) when congestion was detected and begins the slow start process anew </a:t>
              </a:r>
              <a:endParaRPr lang="en-US" sz="2400" kern="1200" dirty="0">
                <a:latin typeface="Aptos Display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407F9A9-AAC1-83AF-F1CF-60289E1EBF0E}"/>
              </a:ext>
            </a:extLst>
          </p:cNvPr>
          <p:cNvGrpSpPr/>
          <p:nvPr/>
        </p:nvGrpSpPr>
        <p:grpSpPr>
          <a:xfrm>
            <a:off x="4372315" y="1205820"/>
            <a:ext cx="3447370" cy="691200"/>
            <a:chOff x="3933537" y="22947"/>
            <a:chExt cx="3447370" cy="69120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FC47D05D-EA1E-0E8C-6DB7-2BD27F65BFC7}"/>
                </a:ext>
              </a:extLst>
            </p:cNvPr>
            <p:cNvSpPr/>
            <p:nvPr/>
          </p:nvSpPr>
          <p:spPr>
            <a:xfrm>
              <a:off x="3933537" y="22947"/>
              <a:ext cx="3447370" cy="691200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DCE47949-49F6-E912-0F1D-CCD578E028A1}"/>
                </a:ext>
              </a:extLst>
            </p:cNvPr>
            <p:cNvSpPr txBox="1"/>
            <p:nvPr/>
          </p:nvSpPr>
          <p:spPr>
            <a:xfrm>
              <a:off x="3933537" y="22947"/>
              <a:ext cx="3447370" cy="6912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70688" tIns="97536" rIns="170688" bIns="97536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b="1" err="1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</a:t>
              </a:r>
              <a:r>
                <a:rPr lang="en-US" sz="2400" b="1" kern="1200" err="1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sthresh</a:t>
              </a:r>
              <a:r>
                <a:rPr lang="en-US" sz="2400" b="1" kern="120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value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0DA21DE-40B9-94C8-FA8B-0E285F24977F}"/>
              </a:ext>
            </a:extLst>
          </p:cNvPr>
          <p:cNvGrpSpPr/>
          <p:nvPr/>
        </p:nvGrpSpPr>
        <p:grpSpPr>
          <a:xfrm>
            <a:off x="4372315" y="1897019"/>
            <a:ext cx="3447370" cy="3835185"/>
            <a:chOff x="3933537" y="714146"/>
            <a:chExt cx="3447370" cy="3835185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F8B0E8F4-B3FD-309D-BE97-27D279AA3E75}"/>
                </a:ext>
              </a:extLst>
            </p:cNvPr>
            <p:cNvSpPr/>
            <p:nvPr/>
          </p:nvSpPr>
          <p:spPr>
            <a:xfrm>
              <a:off x="3933537" y="714147"/>
              <a:ext cx="3447370" cy="3755160"/>
            </a:xfrm>
            <a:prstGeom prst="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F801B61-939F-F796-E237-F07136ABDF98}"/>
                </a:ext>
              </a:extLst>
            </p:cNvPr>
            <p:cNvSpPr txBox="1"/>
            <p:nvPr/>
          </p:nvSpPr>
          <p:spPr>
            <a:xfrm>
              <a:off x="3933537" y="714146"/>
              <a:ext cx="3447370" cy="383518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8016" tIns="128016" rIns="170688" bIns="192024" numCol="1" spcCol="1270" anchor="t" anchorCtr="0">
              <a:noAutofit/>
            </a:bodyPr>
            <a:lstStyle/>
            <a:p>
              <a:pPr marL="228600" lvl="1" indent="-228600" defTabSz="10668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Wingdings" panose="05000000000000000000" pitchFamily="2" charset="2"/>
                <a:buChar char=""/>
              </a:pPr>
              <a:r>
                <a:rPr lang="en-US" sz="2400" dirty="0">
                  <a:latin typeface="Aptos Display" panose="020B000402020202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When </a:t>
              </a:r>
              <a:r>
                <a:rPr lang="en-US" sz="2400" b="1" dirty="0" err="1">
                  <a:latin typeface="Aptos Display" panose="020B000402020202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cwnd</a:t>
              </a:r>
              <a:r>
                <a:rPr lang="en-US" sz="2400" b="1" dirty="0">
                  <a:latin typeface="Aptos Display" panose="020B000402020202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=</a:t>
              </a:r>
              <a:r>
                <a:rPr lang="en-US" sz="2400" b="1" dirty="0" err="1">
                  <a:latin typeface="Aptos Display" panose="020B000402020202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ssthresh</a:t>
              </a:r>
              <a:r>
                <a:rPr lang="en-US" sz="2400" b="1" dirty="0">
                  <a:solidFill>
                    <a:srgbClr val="FFCC99"/>
                  </a:solidFill>
                  <a:latin typeface="Aptos Display" panose="020B000402020202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en-US" sz="2400" dirty="0">
                  <a:latin typeface="Aptos Display" panose="020B000402020202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, slow start ends and TCP transitions into congestion avoidance mode.</a:t>
              </a:r>
            </a:p>
            <a:p>
              <a:pPr marL="228600" lvl="1" indent="-22860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Wingdings" panose="05000000000000000000" pitchFamily="2" charset="2"/>
                <a:buChar char=""/>
              </a:pPr>
              <a:endParaRPr lang="en-US" sz="2400" kern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9D68B1E-D7FA-7D11-015E-37C9F5C680A4}"/>
              </a:ext>
            </a:extLst>
          </p:cNvPr>
          <p:cNvGrpSpPr/>
          <p:nvPr/>
        </p:nvGrpSpPr>
        <p:grpSpPr>
          <a:xfrm>
            <a:off x="8302317" y="1205820"/>
            <a:ext cx="3447370" cy="691200"/>
            <a:chOff x="7863539" y="22947"/>
            <a:chExt cx="3447370" cy="691200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CC200292-7466-07A0-86C2-C2EF0C970EB2}"/>
                </a:ext>
              </a:extLst>
            </p:cNvPr>
            <p:cNvSpPr/>
            <p:nvPr/>
          </p:nvSpPr>
          <p:spPr>
            <a:xfrm>
              <a:off x="7863539" y="22947"/>
              <a:ext cx="3447370" cy="691200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235725C-55AF-3CEA-6302-4CECC89DA49F}"/>
                </a:ext>
              </a:extLst>
            </p:cNvPr>
            <p:cNvSpPr txBox="1"/>
            <p:nvPr/>
          </p:nvSpPr>
          <p:spPr>
            <a:xfrm>
              <a:off x="7863539" y="22947"/>
              <a:ext cx="3447370" cy="6912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70688" tIns="97536" rIns="170688" bIns="97536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400" b="1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3 Duplicate ACKS</a:t>
              </a:r>
              <a:endParaRPr lang="en-US" sz="2400" b="1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94D595E-E1A2-37F6-80E6-BF582E6F8EC3}"/>
              </a:ext>
            </a:extLst>
          </p:cNvPr>
          <p:cNvGrpSpPr/>
          <p:nvPr/>
        </p:nvGrpSpPr>
        <p:grpSpPr>
          <a:xfrm>
            <a:off x="8302317" y="1897020"/>
            <a:ext cx="3447370" cy="3755160"/>
            <a:chOff x="7863539" y="714147"/>
            <a:chExt cx="3447370" cy="3755160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01A55F4-5E73-9A86-FD1D-2883A7F333D3}"/>
                </a:ext>
              </a:extLst>
            </p:cNvPr>
            <p:cNvSpPr/>
            <p:nvPr/>
          </p:nvSpPr>
          <p:spPr>
            <a:xfrm>
              <a:off x="7863539" y="714147"/>
              <a:ext cx="3447370" cy="3755160"/>
            </a:xfrm>
            <a:prstGeom prst="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166CFDB-E86D-6B7B-471A-43A8FA4B885C}"/>
                </a:ext>
              </a:extLst>
            </p:cNvPr>
            <p:cNvSpPr txBox="1"/>
            <p:nvPr/>
          </p:nvSpPr>
          <p:spPr>
            <a:xfrm>
              <a:off x="7863539" y="714147"/>
              <a:ext cx="3447370" cy="37551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8016" tIns="128016" rIns="170688" bIns="192024" numCol="1" spcCol="1270" anchor="t" anchorCtr="0">
              <a:noAutofit/>
            </a:bodyPr>
            <a:lstStyle/>
            <a:p>
              <a:pPr marL="228600" lvl="1" indent="-228600" algn="l" defTabSz="10668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Font typeface="Wingdings" panose="05000000000000000000" pitchFamily="2" charset="2"/>
                <a:buChar char=""/>
              </a:pPr>
              <a:r>
                <a:rPr lang="en-US" sz="2400">
                  <a:latin typeface="Aptos Display" panose="020B000402020202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TCP performs a fast retransmit and enters the fast recovery state (we will see later)</a:t>
              </a:r>
              <a:endParaRPr lang="en-US" sz="2400" kern="1200">
                <a:latin typeface="Aptos Display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0F7F1022-9D4E-261B-36F2-EE1850F4B607}"/>
              </a:ext>
            </a:extLst>
          </p:cNvPr>
          <p:cNvSpPr txBox="1"/>
          <p:nvPr/>
        </p:nvSpPr>
        <p:spPr>
          <a:xfrm flipH="1">
            <a:off x="2013531" y="135540"/>
            <a:ext cx="83496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>
                <a:latin typeface="Algerian" panose="04020705040A02060702" pitchFamily="82" charset="0"/>
              </a:rPr>
              <a:t>Various Cases for SLOW START </a:t>
            </a:r>
          </a:p>
        </p:txBody>
      </p:sp>
    </p:spTree>
    <p:extLst>
      <p:ext uri="{BB962C8B-B14F-4D97-AF65-F5344CB8AC3E}">
        <p14:creationId xmlns:p14="http://schemas.microsoft.com/office/powerpoint/2010/main" val="111365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E61F9-EE72-F715-E639-B29F0AB21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6013" y="681037"/>
            <a:ext cx="9905998" cy="1478570"/>
          </a:xfrm>
        </p:spPr>
        <p:txBody>
          <a:bodyPr/>
          <a:lstStyle/>
          <a:p>
            <a:r>
              <a:rPr lang="en-IN" b="1"/>
              <a:t>Congestion Avoidance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15A22-DDF5-CE2C-34CE-BE9D842F4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6013" y="1815793"/>
            <a:ext cx="9947787" cy="4351338"/>
          </a:xfrm>
        </p:spPr>
        <p:txBody>
          <a:bodyPr/>
          <a:lstStyle/>
          <a:p>
            <a:endParaRPr lang="en-US"/>
          </a:p>
          <a:p>
            <a:r>
              <a:rPr lang="en-US" sz="2800"/>
              <a:t>increases the value of cwnd by just a single MSS every RTT</a:t>
            </a:r>
          </a:p>
          <a:p>
            <a:r>
              <a:rPr lang="en-US" sz="2800"/>
              <a:t>Which implies </a:t>
            </a:r>
            <a:r>
              <a:rPr lang="en-US" sz="2800">
                <a:solidFill>
                  <a:srgbClr val="FFCC99"/>
                </a:solidFill>
              </a:rPr>
              <a:t>cwnd = cwnd+ MSS/ cwnd bytes </a:t>
            </a:r>
            <a:r>
              <a:rPr lang="en-US" sz="2800"/>
              <a:t>whenever</a:t>
            </a:r>
            <a:r>
              <a:rPr lang="en-US" sz="2800">
                <a:solidFill>
                  <a:srgbClr val="FFCC99"/>
                </a:solidFill>
              </a:rPr>
              <a:t> </a:t>
            </a:r>
            <a:r>
              <a:rPr lang="en-US" sz="2800"/>
              <a:t>a new acknowledgment arrives.</a:t>
            </a:r>
            <a:endParaRPr lang="en-IN" sz="2800"/>
          </a:p>
        </p:txBody>
      </p:sp>
    </p:spTree>
    <p:extLst>
      <p:ext uri="{BB962C8B-B14F-4D97-AF65-F5344CB8AC3E}">
        <p14:creationId xmlns:p14="http://schemas.microsoft.com/office/powerpoint/2010/main" val="6316155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E02E94B-BAD1-122E-60E2-6DB87004E2F2}"/>
              </a:ext>
            </a:extLst>
          </p:cNvPr>
          <p:cNvGrpSpPr/>
          <p:nvPr/>
        </p:nvGrpSpPr>
        <p:grpSpPr>
          <a:xfrm>
            <a:off x="4709158" y="1543050"/>
            <a:ext cx="6435091" cy="2466975"/>
            <a:chOff x="3566159" y="-343494"/>
            <a:chExt cx="6339840" cy="1572283"/>
          </a:xfrm>
        </p:grpSpPr>
        <p:sp>
          <p:nvSpPr>
            <p:cNvPr id="4" name="Rectangle: Top Corners Rounded 3">
              <a:extLst>
                <a:ext uri="{FF2B5EF4-FFF2-40B4-BE49-F238E27FC236}">
                  <a16:creationId xmlns:a16="http://schemas.microsoft.com/office/drawing/2014/main" id="{D5407B11-C9FB-F90E-A708-C7B3E785B2FF}"/>
                </a:ext>
              </a:extLst>
            </p:cNvPr>
            <p:cNvSpPr/>
            <p:nvPr/>
          </p:nvSpPr>
          <p:spPr>
            <a:xfrm rot="5400000">
              <a:off x="6395051" y="-2732333"/>
              <a:ext cx="682056" cy="6339840"/>
            </a:xfrm>
            <a:prstGeom prst="round2Same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" name="Rectangle: Top Corners Rounded 4">
              <a:extLst>
                <a:ext uri="{FF2B5EF4-FFF2-40B4-BE49-F238E27FC236}">
                  <a16:creationId xmlns:a16="http://schemas.microsoft.com/office/drawing/2014/main" id="{2B95F472-F731-29F9-FD0E-6027E2A9CD29}"/>
                </a:ext>
              </a:extLst>
            </p:cNvPr>
            <p:cNvSpPr txBox="1"/>
            <p:nvPr/>
          </p:nvSpPr>
          <p:spPr>
            <a:xfrm>
              <a:off x="3566160" y="-343494"/>
              <a:ext cx="6306545" cy="157228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0" tIns="123825" rIns="247650" bIns="123825" numCol="1" spcCol="1270" anchor="ctr" anchorCtr="0">
              <a:noAutofit/>
            </a:bodyPr>
            <a:lstStyle/>
            <a:p>
              <a:endParaRPr lang="en-US" sz="2400" dirty="0"/>
            </a:p>
            <a:p>
              <a:r>
                <a:rPr lang="en-US" sz="2400" dirty="0"/>
                <a:t>When should congestion avoidance’s linear increase (of 1 MSS per RTT) end?</a:t>
              </a:r>
              <a:endParaRPr lang="en-IN" sz="2400" dirty="0"/>
            </a:p>
            <a:p>
              <a:pPr marL="0" lvl="1" defTabSz="10668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endParaRPr lang="en-IN" sz="260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AD5FB07-AA15-5CF9-B3FA-AFEA56484A47}"/>
              </a:ext>
            </a:extLst>
          </p:cNvPr>
          <p:cNvGrpSpPr/>
          <p:nvPr/>
        </p:nvGrpSpPr>
        <p:grpSpPr>
          <a:xfrm>
            <a:off x="1143000" y="2105025"/>
            <a:ext cx="3566160" cy="1307422"/>
            <a:chOff x="0" y="11295"/>
            <a:chExt cx="3566160" cy="85257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6D421C90-20DA-2CF4-C04F-0217EE2993F6}"/>
                </a:ext>
              </a:extLst>
            </p:cNvPr>
            <p:cNvSpPr/>
            <p:nvPr/>
          </p:nvSpPr>
          <p:spPr>
            <a:xfrm>
              <a:off x="0" y="11295"/>
              <a:ext cx="3566160" cy="85257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Rectangle: Rounded Corners 6">
              <a:extLst>
                <a:ext uri="{FF2B5EF4-FFF2-40B4-BE49-F238E27FC236}">
                  <a16:creationId xmlns:a16="http://schemas.microsoft.com/office/drawing/2014/main" id="{AB247149-F345-ADD8-59BC-A66E2BFCF641}"/>
                </a:ext>
              </a:extLst>
            </p:cNvPr>
            <p:cNvSpPr txBox="1"/>
            <p:nvPr/>
          </p:nvSpPr>
          <p:spPr>
            <a:xfrm>
              <a:off x="41619" y="52914"/>
              <a:ext cx="3482922" cy="76933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3820" tIns="41910" rIns="83820" bIns="41910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20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Question:</a:t>
              </a:r>
              <a:endParaRPr lang="en-US" sz="2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67208848"/>
      </p:ext>
    </p:extLst>
  </p:cSld>
  <p:clrMapOvr>
    <a:masterClrMapping/>
  </p:clrMapOvr>
  <p:transition spd="slow">
    <p:blinds dir="vert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B36D5-23E0-16EE-325C-A432A83E4C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917" y="609600"/>
            <a:ext cx="6017342" cy="5043948"/>
          </a:xfrm>
        </p:spPr>
        <p:txBody>
          <a:bodyPr>
            <a:noAutofit/>
          </a:bodyPr>
          <a:lstStyle/>
          <a:p>
            <a:r>
              <a:rPr lang="en-US"/>
              <a:t>When a </a:t>
            </a:r>
            <a:r>
              <a:rPr lang="en-US">
                <a:solidFill>
                  <a:srgbClr val="FFCC99"/>
                </a:solidFill>
              </a:rPr>
              <a:t>timeout</a:t>
            </a:r>
            <a:r>
              <a:rPr lang="en-US"/>
              <a:t> occurs </a:t>
            </a:r>
            <a:r>
              <a:rPr lang="en-US">
                <a:solidFill>
                  <a:schemeClr val="bg1"/>
                </a:solidFill>
              </a:rPr>
              <a:t>-</a:t>
            </a:r>
            <a:r>
              <a:rPr lang="en-US"/>
              <a:t> As in the case of </a:t>
            </a:r>
            <a:r>
              <a:rPr lang="en-US">
                <a:solidFill>
                  <a:srgbClr val="FFCC66"/>
                </a:solidFill>
              </a:rPr>
              <a:t>slow start: </a:t>
            </a:r>
            <a:r>
              <a:rPr lang="en-US"/>
              <a:t>The value of cwnd is set to 1 MSS, and the value of </a:t>
            </a:r>
            <a:r>
              <a:rPr lang="en-US" err="1"/>
              <a:t>ssthresh</a:t>
            </a:r>
            <a:r>
              <a:rPr lang="en-US"/>
              <a:t> is updated to half the value of cwnd when the loss event occurred.</a:t>
            </a:r>
          </a:p>
          <a:p>
            <a:endParaRPr lang="en-US"/>
          </a:p>
          <a:p>
            <a:pPr>
              <a:lnSpc>
                <a:spcPct val="100000"/>
              </a:lnSpc>
            </a:pPr>
            <a:r>
              <a:rPr lang="en-US"/>
              <a:t>A loss event also can be triggered by a </a:t>
            </a:r>
            <a:r>
              <a:rPr lang="en-US">
                <a:solidFill>
                  <a:srgbClr val="FFCC99"/>
                </a:solidFill>
              </a:rPr>
              <a:t>triple duplicate ACK event</a:t>
            </a:r>
            <a:r>
              <a:rPr lang="en-US"/>
              <a:t>. TCP halves the value of cwnd (adding in 3 MSS for good measure to account for the triple duplicate ACKs received) and records the value of </a:t>
            </a:r>
            <a:r>
              <a:rPr lang="en-US" err="1"/>
              <a:t>ssthresh</a:t>
            </a:r>
            <a:r>
              <a:rPr lang="en-US"/>
              <a:t> to be half the value of cwnd when the triple duplicate ACKs were received. The fast-recovery state is then entered.</a:t>
            </a:r>
            <a:endParaRPr lang="en-IN"/>
          </a:p>
        </p:txBody>
      </p:sp>
      <p:sp>
        <p:nvSpPr>
          <p:cNvPr id="5" name="Speech Bubble: Oval 4">
            <a:extLst>
              <a:ext uri="{FF2B5EF4-FFF2-40B4-BE49-F238E27FC236}">
                <a16:creationId xmlns:a16="http://schemas.microsoft.com/office/drawing/2014/main" id="{FC6BA09C-CD4B-93C1-519E-9C89CC3D44A6}"/>
              </a:ext>
            </a:extLst>
          </p:cNvPr>
          <p:cNvSpPr/>
          <p:nvPr/>
        </p:nvSpPr>
        <p:spPr>
          <a:xfrm>
            <a:off x="7344697" y="1366686"/>
            <a:ext cx="4679407" cy="2631270"/>
          </a:xfrm>
          <a:prstGeom prst="wedgeEllipseCallout">
            <a:avLst>
              <a:gd name="adj1" fmla="val -38381"/>
              <a:gd name="adj2" fmla="val 60682"/>
            </a:avLst>
          </a:prstGeom>
          <a:solidFill>
            <a:srgbClr val="EBEFC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chemeClr val="tx2">
                    <a:lumMod val="10000"/>
                  </a:schemeClr>
                </a:solidFill>
                <a:latin typeface="Comic Sans MS" panose="030F0702030302020204" pitchFamily="66" charset="0"/>
              </a:rPr>
              <a:t>3 dup ACKs indicates </a:t>
            </a:r>
            <a:br>
              <a:rPr lang="en-US" altLang="en-US" sz="1800" dirty="0">
                <a:solidFill>
                  <a:schemeClr val="tx2">
                    <a:lumMod val="10000"/>
                  </a:schemeClr>
                </a:solidFill>
                <a:latin typeface="Comic Sans MS" panose="030F0702030302020204" pitchFamily="66" charset="0"/>
              </a:rPr>
            </a:br>
            <a:r>
              <a:rPr lang="en-US" altLang="en-US" sz="1800" dirty="0">
                <a:solidFill>
                  <a:schemeClr val="tx2">
                    <a:lumMod val="10000"/>
                  </a:schemeClr>
                </a:solidFill>
                <a:latin typeface="Comic Sans MS" panose="030F0702030302020204" pitchFamily="66" charset="0"/>
              </a:rPr>
              <a:t>network capable of </a:t>
            </a:r>
            <a:br>
              <a:rPr lang="en-US" altLang="en-US" sz="1800" dirty="0">
                <a:solidFill>
                  <a:schemeClr val="tx2">
                    <a:lumMod val="10000"/>
                  </a:schemeClr>
                </a:solidFill>
                <a:latin typeface="Comic Sans MS" panose="030F0702030302020204" pitchFamily="66" charset="0"/>
              </a:rPr>
            </a:br>
            <a:r>
              <a:rPr lang="en-US" altLang="en-US" sz="1800" dirty="0">
                <a:solidFill>
                  <a:schemeClr val="tx2">
                    <a:lumMod val="10000"/>
                  </a:schemeClr>
                </a:solidFill>
                <a:latin typeface="Comic Sans MS" panose="030F0702030302020204" pitchFamily="66" charset="0"/>
              </a:rPr>
              <a:t>delivering some segments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chemeClr val="tx2">
                    <a:lumMod val="10000"/>
                  </a:schemeClr>
                </a:solidFill>
                <a:latin typeface="Comic Sans MS" panose="030F0702030302020204" pitchFamily="66" charset="0"/>
              </a:rPr>
              <a:t> timeout before 3 dup </a:t>
            </a:r>
            <a:br>
              <a:rPr lang="en-US" altLang="en-US" sz="1800" dirty="0">
                <a:solidFill>
                  <a:schemeClr val="tx2">
                    <a:lumMod val="10000"/>
                  </a:schemeClr>
                </a:solidFill>
                <a:latin typeface="Comic Sans MS" panose="030F0702030302020204" pitchFamily="66" charset="0"/>
              </a:rPr>
            </a:br>
            <a:r>
              <a:rPr lang="en-US" altLang="en-US" sz="1800" dirty="0">
                <a:solidFill>
                  <a:schemeClr val="tx2">
                    <a:lumMod val="10000"/>
                  </a:schemeClr>
                </a:solidFill>
                <a:latin typeface="Comic Sans MS" panose="030F0702030302020204" pitchFamily="66" charset="0"/>
              </a:rPr>
              <a:t>ACKs is “more alarming”</a:t>
            </a:r>
          </a:p>
          <a:p>
            <a:pPr algn="ctr"/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DD137D-8314-73DE-8500-1249DB03EB00}"/>
              </a:ext>
            </a:extLst>
          </p:cNvPr>
          <p:cNvSpPr txBox="1"/>
          <p:nvPr/>
        </p:nvSpPr>
        <p:spPr>
          <a:xfrm>
            <a:off x="6321836" y="4334382"/>
            <a:ext cx="25173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accent5">
                    <a:lumMod val="20000"/>
                    <a:lumOff val="80000"/>
                  </a:schemeClr>
                </a:solidFill>
                <a:latin typeface="Comic Sans MS" panose="030F0702030302020204" pitchFamily="66" charset="0"/>
              </a:rPr>
              <a:t>Philosophy:</a:t>
            </a:r>
          </a:p>
        </p:txBody>
      </p:sp>
    </p:spTree>
    <p:extLst>
      <p:ext uri="{BB962C8B-B14F-4D97-AF65-F5344CB8AC3E}">
        <p14:creationId xmlns:p14="http://schemas.microsoft.com/office/powerpoint/2010/main" val="2243705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4FF6F-D2F9-D94F-F224-1F7650932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4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One Final Phase: Fast Recovery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26426-668C-44BE-2C77-8C9CD99E3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  <a:p>
            <a:r>
              <a:rPr lang="en-US" sz="2800"/>
              <a:t>The problem </a:t>
            </a:r>
            <a:r>
              <a:rPr lang="en-US" sz="2800">
                <a:solidFill>
                  <a:srgbClr val="FFCC66"/>
                </a:solidFill>
              </a:rPr>
              <a:t>:</a:t>
            </a:r>
            <a:r>
              <a:rPr lang="en-US" sz="2800"/>
              <a:t> congestion avoidance too slow in recovering from an isolated loss 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072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8DC2A-B3C0-7891-56EC-E8845B2CD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2858" y="608686"/>
            <a:ext cx="9905998" cy="1478570"/>
          </a:xfrm>
        </p:spPr>
        <p:txBody>
          <a:bodyPr>
            <a:normAutofit/>
          </a:bodyPr>
          <a:lstStyle/>
          <a:p>
            <a:r>
              <a:rPr kumimoji="0" lang="en-US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Example</a:t>
            </a:r>
            <a:endParaRPr lang="en-IN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F3F05-A3B8-FA7E-4B54-DAD157BFC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2858" y="1858296"/>
            <a:ext cx="9905999" cy="4159045"/>
          </a:xfrm>
        </p:spPr>
        <p:txBody>
          <a:bodyPr>
            <a:normAutofit fontScale="70000" lnSpcReduction="20000"/>
          </a:bodyPr>
          <a:lstStyle/>
          <a:p>
            <a:r>
              <a:rPr lang="en-US" sz="3400"/>
              <a:t>Consider a TCP connection with:</a:t>
            </a:r>
          </a:p>
          <a:p>
            <a:pPr lvl="1">
              <a:buSzPct val="95000"/>
              <a:buFont typeface="Wingdings" panose="05000000000000000000" pitchFamily="2" charset="2"/>
              <a:buChar char="§"/>
            </a:pPr>
            <a:r>
              <a:rPr lang="en-US" sz="3400"/>
              <a:t>CWND=10 packets</a:t>
            </a:r>
          </a:p>
          <a:p>
            <a:pPr lvl="1">
              <a:buSzPct val="95000"/>
              <a:buFont typeface="Wingdings" panose="05000000000000000000" pitchFamily="2" charset="2"/>
              <a:buChar char="§"/>
            </a:pPr>
            <a:r>
              <a:rPr lang="en-US" sz="3400"/>
              <a:t>Last ACK was for packet # 101</a:t>
            </a:r>
          </a:p>
          <a:p>
            <a:pPr lvl="2">
              <a:buSzPct val="95000"/>
              <a:buFont typeface="Wingdings" panose="05000000000000000000" pitchFamily="2" charset="2"/>
              <a:buChar char="§"/>
            </a:pPr>
            <a:r>
              <a:rPr lang="en-US" sz="3400"/>
              <a:t>i.e., receiver expecting next packet to have seq. no. 101</a:t>
            </a:r>
          </a:p>
          <a:p>
            <a:pPr lvl="2"/>
            <a:endParaRPr lang="en-US" sz="3400"/>
          </a:p>
          <a:p>
            <a:r>
              <a:rPr lang="en-US" sz="3400"/>
              <a:t>10 packets [101, 102, 103,…, 110] are in flight</a:t>
            </a:r>
          </a:p>
          <a:p>
            <a:pPr lvl="1">
              <a:buSzPct val="95000"/>
              <a:buFont typeface="Wingdings" panose="05000000000000000000" pitchFamily="2" charset="2"/>
              <a:buChar char="§"/>
            </a:pPr>
            <a:r>
              <a:rPr lang="en-US" sz="3400"/>
              <a:t>Packet 101 is dropped</a:t>
            </a:r>
          </a:p>
          <a:p>
            <a:pPr lvl="1">
              <a:buSzPct val="95000"/>
              <a:buFont typeface="Wingdings" panose="05000000000000000000" pitchFamily="2" charset="2"/>
              <a:buChar char="§"/>
            </a:pPr>
            <a:r>
              <a:rPr lang="en-US" sz="3400"/>
              <a:t>What ACKs do they generate?</a:t>
            </a:r>
          </a:p>
          <a:p>
            <a:pPr lvl="1">
              <a:buSzPct val="95000"/>
              <a:buFont typeface="Wingdings" panose="05000000000000000000" pitchFamily="2" charset="2"/>
              <a:buChar char="§"/>
            </a:pPr>
            <a:r>
              <a:rPr lang="en-US" sz="3400"/>
              <a:t>And how does the sender respond?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6984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7BE0B-E0B2-9C7A-4D28-D3EC37355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7465" y="126905"/>
            <a:ext cx="9905998" cy="1478570"/>
          </a:xfrm>
        </p:spPr>
        <p:txBody>
          <a:bodyPr>
            <a:normAutofit/>
          </a:bodyPr>
          <a:lstStyle/>
          <a:p>
            <a:r>
              <a:rPr kumimoji="0" lang="en-US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Timeline</a:t>
            </a:r>
            <a:endParaRPr lang="en-IN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AC374-DBC3-C725-35D7-238E733B8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7465" y="1415845"/>
            <a:ext cx="10515600" cy="4751286"/>
          </a:xfrm>
        </p:spPr>
        <p:txBody>
          <a:bodyPr>
            <a:no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tabLst/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ACK 101 (due to 102)  cwnd=10  dupACK#1 (no </a:t>
            </a:r>
            <a:r>
              <a:rPr kumimoji="0" lang="en-US" sz="22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xmit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tabLst/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ACK 101 (due to 103)  cwnd=10  dupACK#2 (no </a:t>
            </a:r>
            <a:r>
              <a:rPr kumimoji="0" lang="en-US" sz="22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xmit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tabLst/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ACK 101 (due to 104)  cwnd=10  dupACK#3 (no </a:t>
            </a:r>
            <a:r>
              <a:rPr kumimoji="0" lang="en-US" sz="22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xmit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tabLst/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FFCC66"/>
                </a:solidFill>
                <a:effectLst/>
                <a:uLnTx/>
                <a:uFillTx/>
                <a:ea typeface="ＭＳ Ｐゴシック" charset="-128"/>
              </a:rPr>
              <a:t>RETRANSMIT 101 ssthresh=5  cwnd= 5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tabLst/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ACK 101 (due to 105)  cwnd=5 (no </a:t>
            </a:r>
            <a:r>
              <a:rPr kumimoji="0" lang="en-US" sz="22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xmit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tabLst/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ACK 101 (due to 106)  cwnd=5 (no </a:t>
            </a:r>
            <a:r>
              <a:rPr kumimoji="0" lang="en-US" sz="22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xmit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tabLst/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ACK 101 (due to 107)  cwnd=5 (no </a:t>
            </a:r>
            <a:r>
              <a:rPr kumimoji="0" lang="en-US" sz="22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xmit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tabLst/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ACK 101 (due to 108)  cwnd=5 (no </a:t>
            </a:r>
            <a:r>
              <a:rPr kumimoji="0" lang="en-US" sz="22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xmit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tabLst/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ACK 101 (due to 109)  cwnd=5 (no </a:t>
            </a:r>
            <a:r>
              <a:rPr kumimoji="0" lang="en-US" sz="22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xmit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tabLst/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ACK 101 (due to 110)  cwnd=5 (no </a:t>
            </a:r>
            <a:r>
              <a:rPr kumimoji="0" lang="en-US" sz="22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xmit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tabLst/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FFCC66"/>
                </a:solidFill>
                <a:effectLst/>
                <a:uLnTx/>
                <a:uFillTx/>
                <a:ea typeface="ＭＳ Ｐゴシック" charset="-128"/>
              </a:rPr>
              <a:t>ACK 111 (due to 101) 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FFCC66"/>
                </a:solidFill>
                <a:effectLst/>
                <a:uLnTx/>
                <a:uFillTx/>
                <a:ea typeface="ＭＳ Ｐゴシック" charset="-128"/>
                <a:sym typeface="Wingdings"/>
              </a:rPr>
              <a:t> only now can we transmit new packets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tabLst/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ea typeface="ＭＳ Ｐゴシック" charset="-128"/>
                <a:sym typeface="Wingdings"/>
              </a:rPr>
              <a:t>Plus no packets in flight so no ACKs for another RTT</a:t>
            </a:r>
            <a:endParaRPr lang="en-IN" sz="220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3014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EE35A-3934-AD4B-9611-D29574A7F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7555" y="59776"/>
            <a:ext cx="9905998" cy="1478570"/>
          </a:xfrm>
        </p:spPr>
        <p:txBody>
          <a:bodyPr/>
          <a:lstStyle/>
          <a:p>
            <a:r>
              <a:rPr kumimoji="0" lang="en-US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Solution: Fast Recovery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0F164-90D4-99AC-07F7-23AFF7932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554" y="1538346"/>
            <a:ext cx="9905999" cy="354171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/>
              <a:t>Idea: Grant the sender temporary “credit” for each </a:t>
            </a:r>
            <a:r>
              <a:rPr lang="en-IN" err="1"/>
              <a:t>dupACK</a:t>
            </a:r>
            <a:r>
              <a:rPr lang="en-IN"/>
              <a:t> so as to keep packets in flight</a:t>
            </a:r>
          </a:p>
          <a:p>
            <a:r>
              <a:rPr lang="en-IN"/>
              <a:t>If </a:t>
            </a:r>
            <a:r>
              <a:rPr lang="en-IN" err="1"/>
              <a:t>dupACKcount</a:t>
            </a:r>
            <a:r>
              <a:rPr lang="en-IN"/>
              <a:t> = 3</a:t>
            </a:r>
          </a:p>
          <a:p>
            <a:pPr lvl="1"/>
            <a:r>
              <a:rPr lang="en-IN" sz="2400" err="1"/>
              <a:t>ssthresh</a:t>
            </a:r>
            <a:r>
              <a:rPr lang="en-IN" sz="2400"/>
              <a:t> = cwnd/2</a:t>
            </a:r>
          </a:p>
          <a:p>
            <a:pPr lvl="1"/>
            <a:r>
              <a:rPr lang="en-IN" sz="2400"/>
              <a:t>cwnd = </a:t>
            </a:r>
            <a:r>
              <a:rPr lang="en-IN" sz="2400" err="1"/>
              <a:t>ssthresh</a:t>
            </a:r>
            <a:r>
              <a:rPr lang="en-IN" sz="2400"/>
              <a:t> </a:t>
            </a:r>
            <a:r>
              <a:rPr lang="en-IN" sz="2400">
                <a:solidFill>
                  <a:srgbClr val="FFCC66"/>
                </a:solidFill>
              </a:rPr>
              <a:t>+ 3</a:t>
            </a:r>
          </a:p>
          <a:p>
            <a:pPr>
              <a:buClr>
                <a:schemeClr val="tx1"/>
              </a:buClr>
            </a:pPr>
            <a:r>
              <a:rPr lang="en-IN">
                <a:solidFill>
                  <a:srgbClr val="FFCC66"/>
                </a:solidFill>
              </a:rPr>
              <a:t>While in fast recovery</a:t>
            </a:r>
          </a:p>
          <a:p>
            <a:pPr lvl="1">
              <a:buClr>
                <a:schemeClr val="tx1"/>
              </a:buClr>
            </a:pPr>
            <a:r>
              <a:rPr lang="en-IN" sz="2400">
                <a:solidFill>
                  <a:srgbClr val="FFCC66"/>
                </a:solidFill>
              </a:rPr>
              <a:t>cwnd = cwnd + 1 for each additional duplicate ACK</a:t>
            </a:r>
          </a:p>
          <a:p>
            <a:r>
              <a:rPr lang="en-IN"/>
              <a:t>Exit fast recovery new ACK</a:t>
            </a:r>
          </a:p>
          <a:p>
            <a:pPr lvl="1"/>
            <a:r>
              <a:rPr lang="en-IN" sz="2400"/>
              <a:t>Set </a:t>
            </a:r>
            <a:r>
              <a:rPr lang="en-IN" sz="2400">
                <a:solidFill>
                  <a:srgbClr val="FFCC66"/>
                </a:solidFill>
              </a:rPr>
              <a:t>cwnd = </a:t>
            </a:r>
            <a:r>
              <a:rPr lang="en-IN" sz="2400" err="1">
                <a:solidFill>
                  <a:srgbClr val="FFCC66"/>
                </a:solidFill>
              </a:rPr>
              <a:t>ssthresh</a:t>
            </a:r>
            <a:endParaRPr lang="en-IN" sz="2400">
              <a:solidFill>
                <a:srgbClr val="FFCC66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655EEB-F3AB-AA3A-F73B-45473B879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59EA10F-1B2C-564A-8529-6A1B9B53CF72}" type="slidenum">
              <a:rPr lang="en-US" altLang="en-US" smtClean="0">
                <a:solidFill>
                  <a:srgbClr val="000000"/>
                </a:solidFill>
                <a:ea typeface="ＭＳ Ｐゴシック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21</a:t>
            </a:fld>
            <a:endParaRPr lang="en-US" altLang="en-US">
              <a:solidFill>
                <a:srgbClr val="000000"/>
              </a:solidFill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115979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8D979-A85B-2162-8015-8E51AA126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200" y="618518"/>
            <a:ext cx="9905998" cy="1478570"/>
          </a:xfrm>
        </p:spPr>
        <p:txBody>
          <a:bodyPr>
            <a:normAutofit/>
          </a:bodyPr>
          <a:lstStyle/>
          <a:p>
            <a:r>
              <a:rPr kumimoji="0" lang="en-US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Example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C4242-5964-C701-CAE5-671AD84BF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4199" y="2239655"/>
            <a:ext cx="9905999" cy="3541714"/>
          </a:xfrm>
        </p:spPr>
        <p:txBody>
          <a:bodyPr/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tabLst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Consider a TCP connection with:</a:t>
            </a:r>
          </a:p>
          <a:p>
            <a:pPr marL="692150" marR="0" lvl="1" indent="-3476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CWND=10 packets</a:t>
            </a:r>
          </a:p>
          <a:p>
            <a:pPr marL="692150" marR="0" lvl="1" indent="-3476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Last ACK was for packet # 101</a:t>
            </a:r>
          </a:p>
          <a:p>
            <a:pPr marL="1036637" marR="0" lvl="2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i.e., receiver expecting next packet to have seq. no. 101</a:t>
            </a:r>
          </a:p>
          <a:p>
            <a:pPr marL="1036637" marR="0" lvl="2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effectLst/>
              <a:uLnTx/>
              <a:uFillTx/>
              <a:ea typeface="ＭＳ Ｐゴシック" charset="-128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tabLst/>
              <a:defRPr/>
            </a:pPr>
            <a:r>
              <a:rPr kumimoji="0" lang="en-US" sz="28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10 packets [101, 102, 103,…, 110] are in flight</a:t>
            </a:r>
          </a:p>
          <a:p>
            <a:pPr marL="692150" marR="0" lvl="1" indent="-347663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tabLst/>
              <a:defRPr/>
            </a:pPr>
            <a:r>
              <a: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FFCC99"/>
                </a:solidFill>
                <a:effectLst/>
                <a:uLnTx/>
                <a:uFillTx/>
                <a:ea typeface="ＭＳ Ｐゴシック" charset="-128"/>
              </a:rPr>
              <a:t>Packet 101 is dropped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90071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B1CFB-1035-6047-7262-7A93628A1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5039" y="49161"/>
            <a:ext cx="9905998" cy="1478570"/>
          </a:xfrm>
        </p:spPr>
        <p:txBody>
          <a:bodyPr>
            <a:normAutofit/>
          </a:bodyPr>
          <a:lstStyle/>
          <a:p>
            <a:r>
              <a:rPr kumimoji="0" lang="en-US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Timeline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AC86F-E442-8654-0182-141BABF04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5039" y="1478570"/>
            <a:ext cx="10515600" cy="4984954"/>
          </a:xfrm>
        </p:spPr>
        <p:txBody>
          <a:bodyPr>
            <a:normAutofit lnSpcReduction="10000"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tabLst/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ACK 101 (due to 102)  cwnd=10  dup#1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tabLst/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ACK 101 (due to 103)  cwnd=10  dup#2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tabLst/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ACK 101 (due to 104)  cwnd=10  dup#3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tabLst/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FFCC66"/>
                </a:solidFill>
                <a:effectLst/>
                <a:uLnTx/>
                <a:uFillTx/>
                <a:ea typeface="ＭＳ Ｐゴシック" charset="-128"/>
              </a:rPr>
              <a:t>REXMIT 101 ssthresh=5  cwnd= 8 (5+3)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tabLst/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ACK 101 (due to 105)  cwnd= 9 (no </a:t>
            </a:r>
            <a:r>
              <a:rPr kumimoji="0" lang="en-US" sz="22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xmit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tabLst/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ACK 101 (due to 106)  cwnd=10 (no </a:t>
            </a:r>
            <a:r>
              <a:rPr kumimoji="0" lang="en-US" sz="22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xmit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tabLst/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ACK 101 (due to 107)  cwnd=11 (</a:t>
            </a:r>
            <a:r>
              <a:rPr kumimoji="0" lang="en-US" sz="22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xmit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 111)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tabLst/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ACK 101 (due to 108)  cwnd=12 (</a:t>
            </a:r>
            <a:r>
              <a:rPr kumimoji="0" lang="en-US" sz="22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xmit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 112)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tabLst/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ACK 101 (due to 109)  cwnd=13 (</a:t>
            </a:r>
            <a:r>
              <a:rPr kumimoji="0" lang="en-US" sz="22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xmit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 113)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tabLst/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ACK 101 (due to 110)  cwnd=14 (</a:t>
            </a:r>
            <a:r>
              <a:rPr kumimoji="0" lang="en-US" sz="2200" b="0" i="0" u="none" strike="noStrike" kern="0" cap="none" spc="0" normalizeH="0" baseline="0" noProof="0" err="1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xmit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ＭＳ Ｐゴシック" charset="-128"/>
              </a:rPr>
              <a:t> 114)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tabLst/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FFCC66"/>
                </a:solidFill>
                <a:effectLst/>
                <a:uLnTx/>
                <a:uFillTx/>
                <a:ea typeface="ＭＳ Ｐゴシック" charset="-128"/>
              </a:rPr>
              <a:t>ACK 111 (due to 101) cwnd = 5 (</a:t>
            </a:r>
            <a:r>
              <a:rPr kumimoji="0" lang="en-US" sz="2200" b="0" i="0" u="none" strike="noStrike" kern="0" cap="none" spc="0" normalizeH="0" baseline="0" noProof="0" err="1">
                <a:ln>
                  <a:noFill/>
                </a:ln>
                <a:solidFill>
                  <a:srgbClr val="FFCC66"/>
                </a:solidFill>
                <a:effectLst/>
                <a:uLnTx/>
                <a:uFillTx/>
                <a:ea typeface="ＭＳ Ｐゴシック" charset="-128"/>
              </a:rPr>
              <a:t>xmit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FFCC66"/>
                </a:solidFill>
                <a:effectLst/>
                <a:uLnTx/>
                <a:uFillTx/>
                <a:ea typeface="ＭＳ Ｐゴシック" charset="-128"/>
              </a:rPr>
              <a:t> 115) 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FFCC66"/>
                </a:solidFill>
                <a:effectLst/>
                <a:uLnTx/>
                <a:uFillTx/>
                <a:ea typeface="ＭＳ Ｐゴシック" charset="-128"/>
                <a:sym typeface="Wingdings"/>
              </a:rPr>
              <a:t> exiting fast recovery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tabLst/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ea typeface="ＭＳ Ｐゴシック" charset="-128"/>
                <a:sym typeface="Wingdings"/>
              </a:rPr>
              <a:t>Packets 111-114 already in flight (and now sending 115)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95000"/>
              <a:tabLst/>
              <a:defRPr/>
            </a:pP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ＭＳ Ｐゴシック" charset="-128"/>
                <a:sym typeface="Wingdings"/>
              </a:rPr>
              <a:t>ACK 112 (due to 111) cwnd = 5 + 1/5   back in congestion avoidance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8454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3EF846-E0DF-40B7-9799-E9E4F64CC5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0916" y="453575"/>
            <a:ext cx="7757652" cy="5950850"/>
          </a:xfrm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552476604"/>
      </p:ext>
    </p:extLst>
  </p:cSld>
  <p:clrMapOvr>
    <a:masterClrMapping/>
  </p:clrMapOvr>
  <p:transition>
    <p:split orient="vert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85A3F-737D-A0A4-A707-640A82F060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92831" y="2574426"/>
            <a:ext cx="6961239" cy="1709148"/>
          </a:xfrm>
        </p:spPr>
        <p:txBody>
          <a:bodyPr>
            <a:normAutofit/>
          </a:bodyPr>
          <a:lstStyle/>
          <a:p>
            <a:r>
              <a:rPr lang="en-IN" sz="5400" b="1"/>
              <a:t>TCP Flavors and </a:t>
            </a:r>
            <a:br>
              <a:rPr lang="en-IN" sz="5400" b="1"/>
            </a:br>
            <a:r>
              <a:rPr lang="en-IN" sz="5400" b="1"/>
              <a:t>        TCP Fairness</a:t>
            </a:r>
          </a:p>
        </p:txBody>
      </p:sp>
    </p:spTree>
    <p:extLst>
      <p:ext uri="{BB962C8B-B14F-4D97-AF65-F5344CB8AC3E}">
        <p14:creationId xmlns:p14="http://schemas.microsoft.com/office/powerpoint/2010/main" val="1010270419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459" name="Rectangle 3"/>
          <p:cNvSpPr>
            <a:spLocks noGrp="1" noChangeArrowheads="1"/>
          </p:cNvSpPr>
          <p:nvPr>
            <p:ph idx="1"/>
          </p:nvPr>
        </p:nvSpPr>
        <p:spPr>
          <a:xfrm>
            <a:off x="1701852" y="1514168"/>
            <a:ext cx="10212007" cy="6033051"/>
          </a:xfrm>
        </p:spPr>
        <p:txBody>
          <a:bodyPr>
            <a:normAutofit/>
          </a:bodyPr>
          <a:lstStyle/>
          <a:p>
            <a:pPr marL="342900" indent="-342900"/>
            <a:r>
              <a:rPr lang="en-US" b="1" dirty="0"/>
              <a:t>TCP-Tahoe – </a:t>
            </a:r>
            <a:r>
              <a:rPr lang="en-US" dirty="0">
                <a:solidFill>
                  <a:srgbClr val="FFCC99"/>
                </a:solidFill>
              </a:rPr>
              <a:t>SS + AI + </a:t>
            </a:r>
            <a:r>
              <a:rPr lang="en-US" dirty="0" err="1">
                <a:solidFill>
                  <a:srgbClr val="FFCC99"/>
                </a:solidFill>
              </a:rPr>
              <a:t>FastRetransmit</a:t>
            </a:r>
            <a:endParaRPr lang="en-US" dirty="0">
              <a:solidFill>
                <a:srgbClr val="FFCC99"/>
              </a:solidFill>
            </a:endParaRPr>
          </a:p>
          <a:p>
            <a:pPr lvl="1"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400" dirty="0" err="1">
                <a:solidFill>
                  <a:srgbClr val="FFCC99"/>
                </a:solidFill>
              </a:rPr>
              <a:t>ssthresh</a:t>
            </a:r>
            <a:r>
              <a:rPr lang="en-US" sz="2400" dirty="0">
                <a:solidFill>
                  <a:srgbClr val="FFCC99"/>
                </a:solidFill>
              </a:rPr>
              <a:t> = </a:t>
            </a:r>
            <a:r>
              <a:rPr lang="en-US" sz="2400" dirty="0" err="1">
                <a:solidFill>
                  <a:srgbClr val="FFCC99"/>
                </a:solidFill>
              </a:rPr>
              <a:t>cwnd</a:t>
            </a:r>
            <a:r>
              <a:rPr lang="en-US" sz="2400" dirty="0">
                <a:solidFill>
                  <a:srgbClr val="FFCC99"/>
                </a:solidFill>
              </a:rPr>
              <a:t>/2 </a:t>
            </a:r>
            <a:r>
              <a:rPr lang="en-US" sz="2400" dirty="0"/>
              <a:t>in</a:t>
            </a:r>
            <a:r>
              <a:rPr lang="en-US" sz="2400" dirty="0">
                <a:solidFill>
                  <a:srgbClr val="FFCC99"/>
                </a:solidFill>
              </a:rPr>
              <a:t> </a:t>
            </a:r>
            <a:r>
              <a:rPr lang="en-US" sz="2400" dirty="0" err="1"/>
              <a:t>FastRetransmit</a:t>
            </a:r>
            <a:r>
              <a:rPr lang="en-US" sz="2400" dirty="0"/>
              <a:t> state</a:t>
            </a:r>
          </a:p>
          <a:p>
            <a:pPr lvl="1"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CC99"/>
                </a:solidFill>
              </a:rPr>
              <a:t> </a:t>
            </a:r>
            <a:r>
              <a:rPr lang="en-US" sz="2400" dirty="0" err="1">
                <a:solidFill>
                  <a:srgbClr val="FFCC99"/>
                </a:solidFill>
              </a:rPr>
              <a:t>cwnd</a:t>
            </a:r>
            <a:r>
              <a:rPr lang="en-US" sz="2400" dirty="0">
                <a:solidFill>
                  <a:srgbClr val="FFCC99"/>
                </a:solidFill>
              </a:rPr>
              <a:t> =1</a:t>
            </a:r>
            <a:r>
              <a:rPr lang="en-US" sz="2400" dirty="0"/>
              <a:t> on both triple </a:t>
            </a:r>
            <a:r>
              <a:rPr lang="en-US" sz="2400" dirty="0" err="1"/>
              <a:t>dupACK</a:t>
            </a:r>
            <a:r>
              <a:rPr lang="en-US" sz="2400" dirty="0"/>
              <a:t> and timeout </a:t>
            </a:r>
          </a:p>
          <a:p>
            <a:pPr>
              <a:buClr>
                <a:schemeClr val="tx1"/>
              </a:buClr>
            </a:pPr>
            <a:r>
              <a:rPr lang="en-US" b="1" dirty="0"/>
              <a:t> TCP-Reno</a:t>
            </a:r>
            <a:r>
              <a:rPr lang="en-US" dirty="0">
                <a:solidFill>
                  <a:srgbClr val="FFCC99"/>
                </a:solidFill>
              </a:rPr>
              <a:t> </a:t>
            </a:r>
            <a:r>
              <a:rPr lang="en-US" b="1" dirty="0"/>
              <a:t>– </a:t>
            </a:r>
            <a:r>
              <a:rPr lang="en-US" dirty="0">
                <a:solidFill>
                  <a:srgbClr val="FFCC99"/>
                </a:solidFill>
              </a:rPr>
              <a:t>SS + AI + </a:t>
            </a:r>
            <a:r>
              <a:rPr lang="en-US" dirty="0" err="1">
                <a:solidFill>
                  <a:srgbClr val="FFCC99"/>
                </a:solidFill>
              </a:rPr>
              <a:t>FastRetransmit</a:t>
            </a:r>
            <a:r>
              <a:rPr lang="en-US" dirty="0">
                <a:solidFill>
                  <a:srgbClr val="FFCC99"/>
                </a:solidFill>
              </a:rPr>
              <a:t> + </a:t>
            </a:r>
            <a:r>
              <a:rPr lang="en-US" dirty="0" err="1">
                <a:solidFill>
                  <a:srgbClr val="FFCC99"/>
                </a:solidFill>
              </a:rPr>
              <a:t>FastRecovery</a:t>
            </a:r>
            <a:endParaRPr lang="en-US" dirty="0">
              <a:solidFill>
                <a:srgbClr val="FFCC99"/>
              </a:solidFill>
            </a:endParaRPr>
          </a:p>
          <a:p>
            <a:pPr lvl="1"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400" dirty="0" err="1">
                <a:solidFill>
                  <a:srgbClr val="FFCC99"/>
                </a:solidFill>
              </a:rPr>
              <a:t>cwnd</a:t>
            </a:r>
            <a:r>
              <a:rPr lang="en-US" sz="2400" dirty="0">
                <a:solidFill>
                  <a:srgbClr val="FFCC99"/>
                </a:solidFill>
              </a:rPr>
              <a:t> =1</a:t>
            </a:r>
            <a:r>
              <a:rPr lang="en-US" sz="2400" dirty="0"/>
              <a:t> on timeout</a:t>
            </a:r>
          </a:p>
          <a:p>
            <a:pPr lvl="1"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400" dirty="0"/>
              <a:t> </a:t>
            </a:r>
            <a:r>
              <a:rPr lang="en-US" sz="2400" dirty="0" err="1">
                <a:solidFill>
                  <a:srgbClr val="FFCC99"/>
                </a:solidFill>
              </a:rPr>
              <a:t>cwnd</a:t>
            </a:r>
            <a:r>
              <a:rPr lang="en-US" sz="2400" dirty="0">
                <a:solidFill>
                  <a:srgbClr val="FFCC99"/>
                </a:solidFill>
              </a:rPr>
              <a:t> = </a:t>
            </a:r>
            <a:r>
              <a:rPr lang="en-US" sz="2400" dirty="0" err="1">
                <a:solidFill>
                  <a:srgbClr val="FFCC99"/>
                </a:solidFill>
              </a:rPr>
              <a:t>cwnd</a:t>
            </a:r>
            <a:r>
              <a:rPr lang="en-US" sz="2400" dirty="0">
                <a:solidFill>
                  <a:srgbClr val="FFCC99"/>
                </a:solidFill>
              </a:rPr>
              <a:t>/2</a:t>
            </a:r>
            <a:r>
              <a:rPr lang="en-US" sz="2400" dirty="0"/>
              <a:t> on triple </a:t>
            </a:r>
            <a:r>
              <a:rPr lang="en-US" sz="2400" dirty="0" err="1"/>
              <a:t>dupack</a:t>
            </a:r>
            <a:endParaRPr lang="en-US" b="1" dirty="0"/>
          </a:p>
          <a:p>
            <a:pPr marL="342900" indent="-342900"/>
            <a:r>
              <a:rPr lang="en-US" b="1" dirty="0"/>
              <a:t>TCP-</a:t>
            </a:r>
            <a:r>
              <a:rPr lang="en-US" b="1" dirty="0" err="1"/>
              <a:t>NewReno</a:t>
            </a:r>
            <a:r>
              <a:rPr lang="en-US" b="1" dirty="0"/>
              <a:t> – </a:t>
            </a:r>
            <a:r>
              <a:rPr lang="en-US" dirty="0">
                <a:solidFill>
                  <a:srgbClr val="FFCC99"/>
                </a:solidFill>
              </a:rPr>
              <a:t>Reno + </a:t>
            </a:r>
            <a:r>
              <a:rPr lang="en-US" dirty="0" err="1">
                <a:solidFill>
                  <a:srgbClr val="FFCC99"/>
                </a:solidFill>
              </a:rPr>
              <a:t>PartialAck</a:t>
            </a:r>
            <a:r>
              <a:rPr lang="en-US" dirty="0">
                <a:solidFill>
                  <a:srgbClr val="FFCC99"/>
                </a:solidFill>
              </a:rPr>
              <a:t> </a:t>
            </a:r>
          </a:p>
          <a:p>
            <a:pPr lvl="1"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400" dirty="0"/>
              <a:t> TCP-Reno + improved fast recovery</a:t>
            </a:r>
          </a:p>
          <a:p>
            <a:r>
              <a:rPr lang="en-US" b="1" dirty="0"/>
              <a:t> TCP-SACK – </a:t>
            </a:r>
            <a:r>
              <a:rPr lang="en-US" dirty="0">
                <a:solidFill>
                  <a:srgbClr val="FFCC99"/>
                </a:solidFill>
              </a:rPr>
              <a:t>Reno + Selective Ack</a:t>
            </a:r>
          </a:p>
          <a:p>
            <a:pPr lvl="1"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2400" dirty="0"/>
              <a:t> incorporates selective acknowledgements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73BD0E1-A631-C0F9-FB29-234FBC2B4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1852" y="589937"/>
            <a:ext cx="9905998" cy="924231"/>
          </a:xfrm>
        </p:spPr>
        <p:txBody>
          <a:bodyPr/>
          <a:lstStyle/>
          <a:p>
            <a:r>
              <a:rPr lang="en-US" altLang="en-US" b="1" dirty="0"/>
              <a:t>TCP FLAVORS</a:t>
            </a:r>
            <a:r>
              <a:rPr lang="en-US" alt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643666859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>
            <a:extLst>
              <a:ext uri="{FF2B5EF4-FFF2-40B4-BE49-F238E27FC236}">
                <a16:creationId xmlns:a16="http://schemas.microsoft.com/office/drawing/2014/main" id="{32E5B71F-F512-849E-E715-410E1A897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1852" y="589937"/>
            <a:ext cx="9905998" cy="924231"/>
          </a:xfrm>
        </p:spPr>
        <p:txBody>
          <a:bodyPr/>
          <a:lstStyle/>
          <a:p>
            <a:r>
              <a:rPr lang="en-US" altLang="en-US" b="1"/>
              <a:t>TCP Tahoe vs. TCP Reno</a:t>
            </a:r>
            <a:r>
              <a:rPr lang="en-US" altLang="en-US"/>
              <a:t>	</a:t>
            </a:r>
          </a:p>
        </p:txBody>
      </p:sp>
      <p:sp>
        <p:nvSpPr>
          <p:cNvPr id="47106" name="Content Placeholder 2">
            <a:extLst>
              <a:ext uri="{FF2B5EF4-FFF2-40B4-BE49-F238E27FC236}">
                <a16:creationId xmlns:a16="http://schemas.microsoft.com/office/drawing/2014/main" id="{5D546A8E-21E5-882C-39ED-786A22D1D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1852" y="1514168"/>
            <a:ext cx="9905999" cy="4753895"/>
          </a:xfrm>
        </p:spPr>
        <p:txBody>
          <a:bodyPr>
            <a:normAutofit lnSpcReduction="10000"/>
          </a:bodyPr>
          <a:lstStyle/>
          <a:p>
            <a:r>
              <a:rPr lang="en-US" altLang="en-US" sz="2600" dirty="0"/>
              <a:t>Two similar versions of TCP</a:t>
            </a:r>
          </a:p>
          <a:p>
            <a:pPr lvl="1"/>
            <a:r>
              <a:rPr lang="en-US" altLang="en-US" sz="2600" dirty="0"/>
              <a:t>TCP Tahoe (SIGCOMM’88 paper)</a:t>
            </a:r>
          </a:p>
          <a:p>
            <a:pPr lvl="1"/>
            <a:r>
              <a:rPr lang="en-US" altLang="en-US" sz="2600" dirty="0"/>
              <a:t>TCP Reno (1990)</a:t>
            </a:r>
          </a:p>
          <a:p>
            <a:r>
              <a:rPr lang="en-US" altLang="en-US" sz="2600" dirty="0"/>
              <a:t>TCP Tahoe</a:t>
            </a:r>
          </a:p>
          <a:p>
            <a:pPr lvl="1"/>
            <a:r>
              <a:rPr lang="en-US" altLang="en-US" sz="2600" dirty="0"/>
              <a:t>Always repeat slow start after a loss</a:t>
            </a:r>
          </a:p>
          <a:p>
            <a:pPr lvl="1"/>
            <a:r>
              <a:rPr lang="en-US" altLang="en-US" sz="2600" dirty="0"/>
              <a:t>Assign slow-start threshold to half of congestion window</a:t>
            </a:r>
          </a:p>
          <a:p>
            <a:r>
              <a:rPr lang="en-US" altLang="en-US" sz="2600" dirty="0"/>
              <a:t>TCP Reno</a:t>
            </a:r>
          </a:p>
          <a:p>
            <a:pPr lvl="1"/>
            <a:r>
              <a:rPr lang="en-US" altLang="en-US" sz="2600" dirty="0"/>
              <a:t>Repeat slow start after timeout-based loss</a:t>
            </a:r>
          </a:p>
          <a:p>
            <a:pPr lvl="1"/>
            <a:r>
              <a:rPr lang="en-US" altLang="en-US" sz="2600" dirty="0"/>
              <a:t>Divide congestion window in half after triple dup ACK</a:t>
            </a:r>
          </a:p>
        </p:txBody>
      </p:sp>
    </p:spTree>
    <p:extLst>
      <p:ext uri="{BB962C8B-B14F-4D97-AF65-F5344CB8AC3E}">
        <p14:creationId xmlns:p14="http://schemas.microsoft.com/office/powerpoint/2010/main" val="11172749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4F205A-6704-9F8A-9F1D-6534E1A268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1523" y="484654"/>
            <a:ext cx="6479458" cy="3800438"/>
          </a:xfrm>
          <a:custGeom>
            <a:avLst/>
            <a:gdLst>
              <a:gd name="connsiteX0" fmla="*/ 0 w 6479458"/>
              <a:gd name="connsiteY0" fmla="*/ 0 h 3800438"/>
              <a:gd name="connsiteX1" fmla="*/ 589042 w 6479458"/>
              <a:gd name="connsiteY1" fmla="*/ 0 h 3800438"/>
              <a:gd name="connsiteX2" fmla="*/ 1242878 w 6479458"/>
              <a:gd name="connsiteY2" fmla="*/ 0 h 3800438"/>
              <a:gd name="connsiteX3" fmla="*/ 1831919 w 6479458"/>
              <a:gd name="connsiteY3" fmla="*/ 0 h 3800438"/>
              <a:gd name="connsiteX4" fmla="*/ 2485756 w 6479458"/>
              <a:gd name="connsiteY4" fmla="*/ 0 h 3800438"/>
              <a:gd name="connsiteX5" fmla="*/ 2945208 w 6479458"/>
              <a:gd name="connsiteY5" fmla="*/ 0 h 3800438"/>
              <a:gd name="connsiteX6" fmla="*/ 3663839 w 6479458"/>
              <a:gd name="connsiteY6" fmla="*/ 0 h 3800438"/>
              <a:gd name="connsiteX7" fmla="*/ 4252881 w 6479458"/>
              <a:gd name="connsiteY7" fmla="*/ 0 h 3800438"/>
              <a:gd name="connsiteX8" fmla="*/ 4647539 w 6479458"/>
              <a:gd name="connsiteY8" fmla="*/ 0 h 3800438"/>
              <a:gd name="connsiteX9" fmla="*/ 5366169 w 6479458"/>
              <a:gd name="connsiteY9" fmla="*/ 0 h 3800438"/>
              <a:gd name="connsiteX10" fmla="*/ 5760827 w 6479458"/>
              <a:gd name="connsiteY10" fmla="*/ 0 h 3800438"/>
              <a:gd name="connsiteX11" fmla="*/ 6479458 w 6479458"/>
              <a:gd name="connsiteY11" fmla="*/ 0 h 3800438"/>
              <a:gd name="connsiteX12" fmla="*/ 6479458 w 6479458"/>
              <a:gd name="connsiteY12" fmla="*/ 542920 h 3800438"/>
              <a:gd name="connsiteX13" fmla="*/ 6479458 w 6479458"/>
              <a:gd name="connsiteY13" fmla="*/ 1085839 h 3800438"/>
              <a:gd name="connsiteX14" fmla="*/ 6479458 w 6479458"/>
              <a:gd name="connsiteY14" fmla="*/ 1666764 h 3800438"/>
              <a:gd name="connsiteX15" fmla="*/ 6479458 w 6479458"/>
              <a:gd name="connsiteY15" fmla="*/ 2171679 h 3800438"/>
              <a:gd name="connsiteX16" fmla="*/ 6479458 w 6479458"/>
              <a:gd name="connsiteY16" fmla="*/ 2638590 h 3800438"/>
              <a:gd name="connsiteX17" fmla="*/ 6479458 w 6479458"/>
              <a:gd name="connsiteY17" fmla="*/ 3219514 h 3800438"/>
              <a:gd name="connsiteX18" fmla="*/ 6479458 w 6479458"/>
              <a:gd name="connsiteY18" fmla="*/ 3800438 h 3800438"/>
              <a:gd name="connsiteX19" fmla="*/ 5760827 w 6479458"/>
              <a:gd name="connsiteY19" fmla="*/ 3800438 h 3800438"/>
              <a:gd name="connsiteX20" fmla="*/ 5236580 w 6479458"/>
              <a:gd name="connsiteY20" fmla="*/ 3800438 h 3800438"/>
              <a:gd name="connsiteX21" fmla="*/ 4841922 w 6479458"/>
              <a:gd name="connsiteY21" fmla="*/ 3800438 h 3800438"/>
              <a:gd name="connsiteX22" fmla="*/ 4447264 w 6479458"/>
              <a:gd name="connsiteY22" fmla="*/ 3800438 h 3800438"/>
              <a:gd name="connsiteX23" fmla="*/ 4052606 w 6479458"/>
              <a:gd name="connsiteY23" fmla="*/ 3800438 h 3800438"/>
              <a:gd name="connsiteX24" fmla="*/ 3398770 w 6479458"/>
              <a:gd name="connsiteY24" fmla="*/ 3800438 h 3800438"/>
              <a:gd name="connsiteX25" fmla="*/ 2809729 w 6479458"/>
              <a:gd name="connsiteY25" fmla="*/ 3800438 h 3800438"/>
              <a:gd name="connsiteX26" fmla="*/ 2155892 w 6479458"/>
              <a:gd name="connsiteY26" fmla="*/ 3800438 h 3800438"/>
              <a:gd name="connsiteX27" fmla="*/ 1437262 w 6479458"/>
              <a:gd name="connsiteY27" fmla="*/ 3800438 h 3800438"/>
              <a:gd name="connsiteX28" fmla="*/ 783425 w 6479458"/>
              <a:gd name="connsiteY28" fmla="*/ 3800438 h 3800438"/>
              <a:gd name="connsiteX29" fmla="*/ 0 w 6479458"/>
              <a:gd name="connsiteY29" fmla="*/ 3800438 h 3800438"/>
              <a:gd name="connsiteX30" fmla="*/ 0 w 6479458"/>
              <a:gd name="connsiteY30" fmla="*/ 3257518 h 3800438"/>
              <a:gd name="connsiteX31" fmla="*/ 0 w 6479458"/>
              <a:gd name="connsiteY31" fmla="*/ 2714599 h 3800438"/>
              <a:gd name="connsiteX32" fmla="*/ 0 w 6479458"/>
              <a:gd name="connsiteY32" fmla="*/ 2133674 h 3800438"/>
              <a:gd name="connsiteX33" fmla="*/ 0 w 6479458"/>
              <a:gd name="connsiteY33" fmla="*/ 1590755 h 3800438"/>
              <a:gd name="connsiteX34" fmla="*/ 0 w 6479458"/>
              <a:gd name="connsiteY34" fmla="*/ 1161848 h 3800438"/>
              <a:gd name="connsiteX35" fmla="*/ 0 w 6479458"/>
              <a:gd name="connsiteY35" fmla="*/ 694937 h 3800438"/>
              <a:gd name="connsiteX36" fmla="*/ 0 w 6479458"/>
              <a:gd name="connsiteY36" fmla="*/ 0 h 3800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6479458" h="3800438" extrusionOk="0">
                <a:moveTo>
                  <a:pt x="0" y="0"/>
                </a:moveTo>
                <a:cubicBezTo>
                  <a:pt x="250119" y="-62829"/>
                  <a:pt x="426290" y="37366"/>
                  <a:pt x="589042" y="0"/>
                </a:cubicBezTo>
                <a:cubicBezTo>
                  <a:pt x="751794" y="-37366"/>
                  <a:pt x="1083562" y="26160"/>
                  <a:pt x="1242878" y="0"/>
                </a:cubicBezTo>
                <a:cubicBezTo>
                  <a:pt x="1402194" y="-26160"/>
                  <a:pt x="1589693" y="30056"/>
                  <a:pt x="1831919" y="0"/>
                </a:cubicBezTo>
                <a:cubicBezTo>
                  <a:pt x="2074145" y="-30056"/>
                  <a:pt x="2183725" y="46622"/>
                  <a:pt x="2485756" y="0"/>
                </a:cubicBezTo>
                <a:cubicBezTo>
                  <a:pt x="2787787" y="-46622"/>
                  <a:pt x="2757803" y="21493"/>
                  <a:pt x="2945208" y="0"/>
                </a:cubicBezTo>
                <a:cubicBezTo>
                  <a:pt x="3132613" y="-21493"/>
                  <a:pt x="3466939" y="7565"/>
                  <a:pt x="3663839" y="0"/>
                </a:cubicBezTo>
                <a:cubicBezTo>
                  <a:pt x="3860739" y="-7565"/>
                  <a:pt x="3981683" y="54659"/>
                  <a:pt x="4252881" y="0"/>
                </a:cubicBezTo>
                <a:cubicBezTo>
                  <a:pt x="4524079" y="-54659"/>
                  <a:pt x="4496055" y="30121"/>
                  <a:pt x="4647539" y="0"/>
                </a:cubicBezTo>
                <a:cubicBezTo>
                  <a:pt x="4799023" y="-30121"/>
                  <a:pt x="5167294" y="40912"/>
                  <a:pt x="5366169" y="0"/>
                </a:cubicBezTo>
                <a:cubicBezTo>
                  <a:pt x="5565044" y="-40912"/>
                  <a:pt x="5591480" y="5358"/>
                  <a:pt x="5760827" y="0"/>
                </a:cubicBezTo>
                <a:cubicBezTo>
                  <a:pt x="5930174" y="-5358"/>
                  <a:pt x="6315667" y="58428"/>
                  <a:pt x="6479458" y="0"/>
                </a:cubicBezTo>
                <a:cubicBezTo>
                  <a:pt x="6517930" y="174915"/>
                  <a:pt x="6466183" y="419785"/>
                  <a:pt x="6479458" y="542920"/>
                </a:cubicBezTo>
                <a:cubicBezTo>
                  <a:pt x="6492733" y="666055"/>
                  <a:pt x="6455544" y="965414"/>
                  <a:pt x="6479458" y="1085839"/>
                </a:cubicBezTo>
                <a:cubicBezTo>
                  <a:pt x="6503372" y="1206264"/>
                  <a:pt x="6451129" y="1538311"/>
                  <a:pt x="6479458" y="1666764"/>
                </a:cubicBezTo>
                <a:cubicBezTo>
                  <a:pt x="6507787" y="1795217"/>
                  <a:pt x="6460032" y="1943310"/>
                  <a:pt x="6479458" y="2171679"/>
                </a:cubicBezTo>
                <a:cubicBezTo>
                  <a:pt x="6498884" y="2400048"/>
                  <a:pt x="6459922" y="2483624"/>
                  <a:pt x="6479458" y="2638590"/>
                </a:cubicBezTo>
                <a:cubicBezTo>
                  <a:pt x="6498994" y="2793556"/>
                  <a:pt x="6444334" y="3063359"/>
                  <a:pt x="6479458" y="3219514"/>
                </a:cubicBezTo>
                <a:cubicBezTo>
                  <a:pt x="6514582" y="3375669"/>
                  <a:pt x="6434249" y="3533333"/>
                  <a:pt x="6479458" y="3800438"/>
                </a:cubicBezTo>
                <a:cubicBezTo>
                  <a:pt x="6311357" y="3830671"/>
                  <a:pt x="5988284" y="3714514"/>
                  <a:pt x="5760827" y="3800438"/>
                </a:cubicBezTo>
                <a:cubicBezTo>
                  <a:pt x="5533370" y="3886362"/>
                  <a:pt x="5429411" y="3793464"/>
                  <a:pt x="5236580" y="3800438"/>
                </a:cubicBezTo>
                <a:cubicBezTo>
                  <a:pt x="5043749" y="3807412"/>
                  <a:pt x="4981399" y="3754635"/>
                  <a:pt x="4841922" y="3800438"/>
                </a:cubicBezTo>
                <a:cubicBezTo>
                  <a:pt x="4702445" y="3846241"/>
                  <a:pt x="4625918" y="3779225"/>
                  <a:pt x="4447264" y="3800438"/>
                </a:cubicBezTo>
                <a:cubicBezTo>
                  <a:pt x="4268610" y="3821651"/>
                  <a:pt x="4246157" y="3757058"/>
                  <a:pt x="4052606" y="3800438"/>
                </a:cubicBezTo>
                <a:cubicBezTo>
                  <a:pt x="3859055" y="3843818"/>
                  <a:pt x="3548556" y="3770455"/>
                  <a:pt x="3398770" y="3800438"/>
                </a:cubicBezTo>
                <a:cubicBezTo>
                  <a:pt x="3248984" y="3830421"/>
                  <a:pt x="2993484" y="3789798"/>
                  <a:pt x="2809729" y="3800438"/>
                </a:cubicBezTo>
                <a:cubicBezTo>
                  <a:pt x="2625974" y="3811078"/>
                  <a:pt x="2407622" y="3760501"/>
                  <a:pt x="2155892" y="3800438"/>
                </a:cubicBezTo>
                <a:cubicBezTo>
                  <a:pt x="1904162" y="3840375"/>
                  <a:pt x="1599855" y="3788304"/>
                  <a:pt x="1437262" y="3800438"/>
                </a:cubicBezTo>
                <a:cubicBezTo>
                  <a:pt x="1274669" y="3812572"/>
                  <a:pt x="1016697" y="3774062"/>
                  <a:pt x="783425" y="3800438"/>
                </a:cubicBezTo>
                <a:cubicBezTo>
                  <a:pt x="550153" y="3826814"/>
                  <a:pt x="327884" y="3733529"/>
                  <a:pt x="0" y="3800438"/>
                </a:cubicBezTo>
                <a:cubicBezTo>
                  <a:pt x="-29645" y="3660273"/>
                  <a:pt x="23678" y="3375991"/>
                  <a:pt x="0" y="3257518"/>
                </a:cubicBezTo>
                <a:cubicBezTo>
                  <a:pt x="-23678" y="3139045"/>
                  <a:pt x="29981" y="2940052"/>
                  <a:pt x="0" y="2714599"/>
                </a:cubicBezTo>
                <a:cubicBezTo>
                  <a:pt x="-29981" y="2489146"/>
                  <a:pt x="47011" y="2318579"/>
                  <a:pt x="0" y="2133674"/>
                </a:cubicBezTo>
                <a:cubicBezTo>
                  <a:pt x="-47011" y="1948770"/>
                  <a:pt x="50778" y="1735103"/>
                  <a:pt x="0" y="1590755"/>
                </a:cubicBezTo>
                <a:cubicBezTo>
                  <a:pt x="-50778" y="1446407"/>
                  <a:pt x="41820" y="1267131"/>
                  <a:pt x="0" y="1161848"/>
                </a:cubicBezTo>
                <a:cubicBezTo>
                  <a:pt x="-41820" y="1056565"/>
                  <a:pt x="24735" y="922905"/>
                  <a:pt x="0" y="694937"/>
                </a:cubicBezTo>
                <a:cubicBezTo>
                  <a:pt x="-24735" y="466969"/>
                  <a:pt x="79373" y="159073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3979989004">
                  <ask:type>
                    <ask:lineSketchScribble/>
                  </ask:type>
                </ask:lineSketchStyleProps>
              </a:ext>
            </a:extLst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F1700F-2D09-EE26-1645-FF8F77CCAA7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 bright="70000" contrast="-70000"/>
          </a:blip>
          <a:srcRect l="-3893" t="6632" r="4041" b="6631"/>
          <a:stretch/>
        </p:blipFill>
        <p:spPr>
          <a:xfrm>
            <a:off x="2921036" y="4552502"/>
            <a:ext cx="6558116" cy="514318"/>
          </a:xfrm>
          <a:custGeom>
            <a:avLst/>
            <a:gdLst>
              <a:gd name="csX0" fmla="*/ 0 w 6558116"/>
              <a:gd name="csY0" fmla="*/ 0 h 514318"/>
              <a:gd name="csX1" fmla="*/ 727355 w 6558116"/>
              <a:gd name="csY1" fmla="*/ 0 h 514318"/>
              <a:gd name="csX2" fmla="*/ 1323547 w 6558116"/>
              <a:gd name="csY2" fmla="*/ 0 h 514318"/>
              <a:gd name="csX3" fmla="*/ 1854158 w 6558116"/>
              <a:gd name="csY3" fmla="*/ 0 h 514318"/>
              <a:gd name="csX4" fmla="*/ 2515932 w 6558116"/>
              <a:gd name="csY4" fmla="*/ 0 h 514318"/>
              <a:gd name="csX5" fmla="*/ 3177705 w 6558116"/>
              <a:gd name="csY5" fmla="*/ 0 h 514318"/>
              <a:gd name="csX6" fmla="*/ 3642735 w 6558116"/>
              <a:gd name="csY6" fmla="*/ 0 h 514318"/>
              <a:gd name="csX7" fmla="*/ 4238928 w 6558116"/>
              <a:gd name="csY7" fmla="*/ 0 h 514318"/>
              <a:gd name="csX8" fmla="*/ 4835120 w 6558116"/>
              <a:gd name="csY8" fmla="*/ 0 h 514318"/>
              <a:gd name="csX9" fmla="*/ 5365731 w 6558116"/>
              <a:gd name="csY9" fmla="*/ 0 h 514318"/>
              <a:gd name="csX10" fmla="*/ 5961924 w 6558116"/>
              <a:gd name="csY10" fmla="*/ 0 h 514318"/>
              <a:gd name="csX11" fmla="*/ 6558116 w 6558116"/>
              <a:gd name="csY11" fmla="*/ 0 h 514318"/>
              <a:gd name="csX12" fmla="*/ 6558116 w 6558116"/>
              <a:gd name="csY12" fmla="*/ 514318 h 514318"/>
              <a:gd name="csX13" fmla="*/ 5961924 w 6558116"/>
              <a:gd name="csY13" fmla="*/ 514318 h 514318"/>
              <a:gd name="csX14" fmla="*/ 5365731 w 6558116"/>
              <a:gd name="csY14" fmla="*/ 514318 h 514318"/>
              <a:gd name="csX15" fmla="*/ 4966282 w 6558116"/>
              <a:gd name="csY15" fmla="*/ 514318 h 514318"/>
              <a:gd name="csX16" fmla="*/ 4501252 w 6558116"/>
              <a:gd name="csY16" fmla="*/ 514318 h 514318"/>
              <a:gd name="csX17" fmla="*/ 3905060 w 6558116"/>
              <a:gd name="csY17" fmla="*/ 514318 h 514318"/>
              <a:gd name="csX18" fmla="*/ 3505611 w 6558116"/>
              <a:gd name="csY18" fmla="*/ 514318 h 514318"/>
              <a:gd name="csX19" fmla="*/ 3040581 w 6558116"/>
              <a:gd name="csY19" fmla="*/ 514318 h 514318"/>
              <a:gd name="csX20" fmla="*/ 2313226 w 6558116"/>
              <a:gd name="csY20" fmla="*/ 514318 h 514318"/>
              <a:gd name="csX21" fmla="*/ 1913777 w 6558116"/>
              <a:gd name="csY21" fmla="*/ 514318 h 514318"/>
              <a:gd name="csX22" fmla="*/ 1448747 w 6558116"/>
              <a:gd name="csY22" fmla="*/ 514318 h 514318"/>
              <a:gd name="csX23" fmla="*/ 786974 w 6558116"/>
              <a:gd name="csY23" fmla="*/ 514318 h 514318"/>
              <a:gd name="csX24" fmla="*/ 0 w 6558116"/>
              <a:gd name="csY24" fmla="*/ 514318 h 514318"/>
              <a:gd name="csX25" fmla="*/ 0 w 6558116"/>
              <a:gd name="csY25" fmla="*/ 0 h 5143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6558116" h="514318" extrusionOk="0">
                <a:moveTo>
                  <a:pt x="0" y="0"/>
                </a:moveTo>
                <a:cubicBezTo>
                  <a:pt x="250969" y="-17591"/>
                  <a:pt x="453789" y="18959"/>
                  <a:pt x="727355" y="0"/>
                </a:cubicBezTo>
                <a:cubicBezTo>
                  <a:pt x="1000921" y="-18959"/>
                  <a:pt x="1191919" y="68988"/>
                  <a:pt x="1323547" y="0"/>
                </a:cubicBezTo>
                <a:cubicBezTo>
                  <a:pt x="1455175" y="-68988"/>
                  <a:pt x="1621800" y="49529"/>
                  <a:pt x="1854158" y="0"/>
                </a:cubicBezTo>
                <a:cubicBezTo>
                  <a:pt x="2086516" y="-49529"/>
                  <a:pt x="2281043" y="78836"/>
                  <a:pt x="2515932" y="0"/>
                </a:cubicBezTo>
                <a:cubicBezTo>
                  <a:pt x="2750821" y="-78836"/>
                  <a:pt x="2913906" y="18686"/>
                  <a:pt x="3177705" y="0"/>
                </a:cubicBezTo>
                <a:cubicBezTo>
                  <a:pt x="3441504" y="-18686"/>
                  <a:pt x="3450090" y="52006"/>
                  <a:pt x="3642735" y="0"/>
                </a:cubicBezTo>
                <a:cubicBezTo>
                  <a:pt x="3835380" y="-52006"/>
                  <a:pt x="4101484" y="50642"/>
                  <a:pt x="4238928" y="0"/>
                </a:cubicBezTo>
                <a:cubicBezTo>
                  <a:pt x="4376372" y="-50642"/>
                  <a:pt x="4640102" y="24399"/>
                  <a:pt x="4835120" y="0"/>
                </a:cubicBezTo>
                <a:cubicBezTo>
                  <a:pt x="5030138" y="-24399"/>
                  <a:pt x="5183348" y="6480"/>
                  <a:pt x="5365731" y="0"/>
                </a:cubicBezTo>
                <a:cubicBezTo>
                  <a:pt x="5548114" y="-6480"/>
                  <a:pt x="5676748" y="3601"/>
                  <a:pt x="5961924" y="0"/>
                </a:cubicBezTo>
                <a:cubicBezTo>
                  <a:pt x="6247100" y="-3601"/>
                  <a:pt x="6269056" y="37369"/>
                  <a:pt x="6558116" y="0"/>
                </a:cubicBezTo>
                <a:cubicBezTo>
                  <a:pt x="6575512" y="184238"/>
                  <a:pt x="6530015" y="335923"/>
                  <a:pt x="6558116" y="514318"/>
                </a:cubicBezTo>
                <a:cubicBezTo>
                  <a:pt x="6282630" y="563993"/>
                  <a:pt x="6135838" y="492201"/>
                  <a:pt x="5961924" y="514318"/>
                </a:cubicBezTo>
                <a:cubicBezTo>
                  <a:pt x="5788010" y="536435"/>
                  <a:pt x="5587595" y="490584"/>
                  <a:pt x="5365731" y="514318"/>
                </a:cubicBezTo>
                <a:cubicBezTo>
                  <a:pt x="5143867" y="538052"/>
                  <a:pt x="5076280" y="468145"/>
                  <a:pt x="4966282" y="514318"/>
                </a:cubicBezTo>
                <a:cubicBezTo>
                  <a:pt x="4856284" y="560491"/>
                  <a:pt x="4708387" y="505657"/>
                  <a:pt x="4501252" y="514318"/>
                </a:cubicBezTo>
                <a:cubicBezTo>
                  <a:pt x="4294117" y="522979"/>
                  <a:pt x="4087471" y="457761"/>
                  <a:pt x="3905060" y="514318"/>
                </a:cubicBezTo>
                <a:cubicBezTo>
                  <a:pt x="3722649" y="570875"/>
                  <a:pt x="3618458" y="497492"/>
                  <a:pt x="3505611" y="514318"/>
                </a:cubicBezTo>
                <a:cubicBezTo>
                  <a:pt x="3392764" y="531144"/>
                  <a:pt x="3254307" y="471615"/>
                  <a:pt x="3040581" y="514318"/>
                </a:cubicBezTo>
                <a:cubicBezTo>
                  <a:pt x="2826855" y="557021"/>
                  <a:pt x="2594824" y="497758"/>
                  <a:pt x="2313226" y="514318"/>
                </a:cubicBezTo>
                <a:cubicBezTo>
                  <a:pt x="2031629" y="530878"/>
                  <a:pt x="2017347" y="492642"/>
                  <a:pt x="1913777" y="514318"/>
                </a:cubicBezTo>
                <a:cubicBezTo>
                  <a:pt x="1810207" y="535994"/>
                  <a:pt x="1605223" y="475711"/>
                  <a:pt x="1448747" y="514318"/>
                </a:cubicBezTo>
                <a:cubicBezTo>
                  <a:pt x="1292271" y="552925"/>
                  <a:pt x="1064446" y="464412"/>
                  <a:pt x="786974" y="514318"/>
                </a:cubicBezTo>
                <a:cubicBezTo>
                  <a:pt x="509502" y="564224"/>
                  <a:pt x="225019" y="465575"/>
                  <a:pt x="0" y="514318"/>
                </a:cubicBezTo>
                <a:cubicBezTo>
                  <a:pt x="-55767" y="343493"/>
                  <a:pt x="29522" y="219635"/>
                  <a:pt x="0" y="0"/>
                </a:cubicBezTo>
                <a:close/>
              </a:path>
            </a:pathLst>
          </a:custGeom>
          <a:noFill/>
          <a:ln>
            <a:solidFill>
              <a:srgbClr val="EBEFC9"/>
            </a:solidFill>
            <a:extLst>
              <a:ext uri="{C807C97D-BFC1-408E-A445-0C87EB9F89A2}">
                <ask:lineSketchStyleProps xmlns:ask="http://schemas.microsoft.com/office/drawing/2018/sketchyshapes" sd="376666428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DF6F8DA-82B4-AECD-BD9F-70A4DD81947D}"/>
              </a:ext>
            </a:extLst>
          </p:cNvPr>
          <p:cNvSpPr txBox="1"/>
          <p:nvPr/>
        </p:nvSpPr>
        <p:spPr>
          <a:xfrm>
            <a:off x="1192696" y="5529488"/>
            <a:ext cx="10455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>
                <a:solidFill>
                  <a:srgbClr val="FFCC66"/>
                </a:solidFill>
              </a:rPr>
              <a:t>Conclusion</a:t>
            </a:r>
            <a:r>
              <a:rPr lang="en-US" sz="2400" dirty="0" err="1">
                <a:solidFill>
                  <a:srgbClr val="FFCC66"/>
                </a:solidFill>
              </a:rPr>
              <a:t>:TCP</a:t>
            </a:r>
            <a:r>
              <a:rPr lang="en-US" sz="2400" dirty="0">
                <a:solidFill>
                  <a:srgbClr val="FFCC66"/>
                </a:solidFill>
              </a:rPr>
              <a:t> Reno is better than TCP Tahoe as TCP Reno provides Fast Recovery</a:t>
            </a:r>
            <a:endParaRPr lang="en-IN" sz="2400" dirty="0">
              <a:solidFill>
                <a:srgbClr val="FFCC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2179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018B2-49CA-9E1D-A070-1DDE50C98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9166" y="1866029"/>
            <a:ext cx="9905999" cy="3541714"/>
          </a:xfrm>
        </p:spPr>
        <p:txBody>
          <a:bodyPr>
            <a:normAutofit/>
          </a:bodyPr>
          <a:lstStyle/>
          <a:p>
            <a:r>
              <a:rPr lang="en-US" sz="2800"/>
              <a:t>Two goals of congestion control: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800">
                <a:solidFill>
                  <a:srgbClr val="FFCC99"/>
                </a:solidFill>
              </a:rPr>
              <a:t>     Fairness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800">
                <a:solidFill>
                  <a:srgbClr val="FFCC99"/>
                </a:solidFill>
              </a:rPr>
              <a:t>     Efficiency</a:t>
            </a:r>
          </a:p>
          <a:p>
            <a:pPr marL="0" indent="0">
              <a:buNone/>
            </a:pPr>
            <a:r>
              <a:rPr lang="en-IN" sz="2800" u="sng"/>
              <a:t>Fairness</a:t>
            </a:r>
            <a:r>
              <a:rPr lang="en-IN" sz="2800"/>
              <a:t>   : Every sender needs to gets their fair share</a:t>
            </a:r>
          </a:p>
          <a:p>
            <a:pPr marL="0" indent="0">
              <a:buNone/>
            </a:pPr>
            <a:r>
              <a:rPr lang="en-IN" sz="2800" u="sng"/>
              <a:t>Efficiency</a:t>
            </a:r>
            <a:r>
              <a:rPr lang="en-IN" sz="2800"/>
              <a:t> : Network resources are used well</a:t>
            </a:r>
          </a:p>
        </p:txBody>
      </p:sp>
    </p:spTree>
    <p:extLst>
      <p:ext uri="{BB962C8B-B14F-4D97-AF65-F5344CB8AC3E}">
        <p14:creationId xmlns:p14="http://schemas.microsoft.com/office/powerpoint/2010/main" val="3432406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737AA-069D-CF7E-C913-EB5CFF7BF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168" y="618518"/>
            <a:ext cx="9533243" cy="1111959"/>
          </a:xfrm>
        </p:spPr>
        <p:txBody>
          <a:bodyPr/>
          <a:lstStyle/>
          <a:p>
            <a:r>
              <a:rPr lang="en-US" b="1"/>
              <a:t>TCP fairness</a:t>
            </a:r>
            <a:endParaRPr lang="en-IN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0DFFB-45B9-7265-6310-8C984D19A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6783" y="1730477"/>
            <a:ext cx="9905999" cy="4060724"/>
          </a:xfrm>
        </p:spPr>
        <p:txBody>
          <a:bodyPr/>
          <a:lstStyle/>
          <a:p>
            <a:r>
              <a:rPr lang="en-US" b="1">
                <a:solidFill>
                  <a:srgbClr val="FFCC99"/>
                </a:solidFill>
              </a:rPr>
              <a:t>Fairness goal </a:t>
            </a:r>
            <a:r>
              <a:rPr lang="en-US"/>
              <a:t>: If K TCP sessions share same bottleneck link of bandwidth R, each connection should have average transmission rate of R/K. </a:t>
            </a:r>
          </a:p>
          <a:p>
            <a:r>
              <a:rPr lang="en-US"/>
              <a:t>Achieving this goal, each connection gets an equal share of the link bandwidth</a:t>
            </a:r>
          </a:p>
          <a:p>
            <a:pPr marL="0" indent="0">
              <a:buNone/>
            </a:pPr>
            <a:endParaRPr lang="en-US"/>
          </a:p>
          <a:p>
            <a:endParaRPr lang="en-US"/>
          </a:p>
          <a:p>
            <a:pPr marL="0" indent="0">
              <a:buNone/>
            </a:pPr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FE79F6-1763-E37D-007D-8949D153CF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5249" y="3662172"/>
            <a:ext cx="5578323" cy="278154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181618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F96CAF0-17A4-BF30-B908-8A4FF9DC5113}"/>
              </a:ext>
            </a:extLst>
          </p:cNvPr>
          <p:cNvGrpSpPr/>
          <p:nvPr/>
        </p:nvGrpSpPr>
        <p:grpSpPr>
          <a:xfrm>
            <a:off x="4709159" y="2665019"/>
            <a:ext cx="6339840" cy="682056"/>
            <a:chOff x="3566159" y="96559"/>
            <a:chExt cx="6339840" cy="682056"/>
          </a:xfrm>
        </p:grpSpPr>
        <p:sp>
          <p:nvSpPr>
            <p:cNvPr id="4" name="Rectangle: Top Corners Rounded 3">
              <a:extLst>
                <a:ext uri="{FF2B5EF4-FFF2-40B4-BE49-F238E27FC236}">
                  <a16:creationId xmlns:a16="http://schemas.microsoft.com/office/drawing/2014/main" id="{8C9D0EBC-AFD4-B16F-2A54-DB10CE0C8941}"/>
                </a:ext>
              </a:extLst>
            </p:cNvPr>
            <p:cNvSpPr/>
            <p:nvPr/>
          </p:nvSpPr>
          <p:spPr>
            <a:xfrm rot="5400000">
              <a:off x="6395051" y="-2732333"/>
              <a:ext cx="682056" cy="6339840"/>
            </a:xfrm>
            <a:prstGeom prst="round2Same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5" name="Rectangle: Top Corners Rounded 4">
              <a:extLst>
                <a:ext uri="{FF2B5EF4-FFF2-40B4-BE49-F238E27FC236}">
                  <a16:creationId xmlns:a16="http://schemas.microsoft.com/office/drawing/2014/main" id="{E0414FA6-0CFF-8F48-CB89-F5351F072437}"/>
                </a:ext>
              </a:extLst>
            </p:cNvPr>
            <p:cNvSpPr txBox="1"/>
            <p:nvPr/>
          </p:nvSpPr>
          <p:spPr>
            <a:xfrm>
              <a:off x="3566160" y="129853"/>
              <a:ext cx="6306545" cy="61546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0" tIns="123825" rIns="247650" bIns="123825" numCol="1" spcCol="1270" anchor="ctr" anchorCtr="0">
              <a:noAutofit/>
            </a:bodyPr>
            <a:lstStyle/>
            <a:p>
              <a:pPr marL="0" lvl="1" defTabSz="10668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endParaRPr lang="en-IN" sz="260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835FB229-54B5-E8E7-16FB-07684F592D3D}"/>
              </a:ext>
            </a:extLst>
          </p:cNvPr>
          <p:cNvGrpSpPr/>
          <p:nvPr/>
        </p:nvGrpSpPr>
        <p:grpSpPr>
          <a:xfrm>
            <a:off x="1143000" y="2579755"/>
            <a:ext cx="3566160" cy="852570"/>
            <a:chOff x="0" y="11295"/>
            <a:chExt cx="3566160" cy="85257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C1FC05E5-A76E-62CA-2E08-E58E8B6A76C6}"/>
                </a:ext>
              </a:extLst>
            </p:cNvPr>
            <p:cNvSpPr/>
            <p:nvPr/>
          </p:nvSpPr>
          <p:spPr>
            <a:xfrm>
              <a:off x="0" y="11295"/>
              <a:ext cx="3566160" cy="85257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Rectangle: Rounded Corners 6">
              <a:extLst>
                <a:ext uri="{FF2B5EF4-FFF2-40B4-BE49-F238E27FC236}">
                  <a16:creationId xmlns:a16="http://schemas.microsoft.com/office/drawing/2014/main" id="{24392900-A9AD-B571-2647-694E1DF61CC9}"/>
                </a:ext>
              </a:extLst>
            </p:cNvPr>
            <p:cNvSpPr txBox="1"/>
            <p:nvPr/>
          </p:nvSpPr>
          <p:spPr>
            <a:xfrm>
              <a:off x="41619" y="52914"/>
              <a:ext cx="3482922" cy="76933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3820" tIns="41910" rIns="83820" bIns="41910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20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Question:</a:t>
              </a:r>
              <a:endParaRPr lang="en-US" sz="2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27EAB30-11AB-4102-D515-1EBCA935ECDF}"/>
              </a:ext>
            </a:extLst>
          </p:cNvPr>
          <p:cNvSpPr txBox="1"/>
          <p:nvPr/>
        </p:nvSpPr>
        <p:spPr>
          <a:xfrm>
            <a:off x="5580353" y="2744430"/>
            <a:ext cx="61026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Is TCP’s AIMD algorithm fair?</a:t>
            </a:r>
            <a:endParaRPr lang="en-IN" sz="2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8703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87">
            <a:extLst>
              <a:ext uri="{FF2B5EF4-FFF2-40B4-BE49-F238E27FC236}">
                <a16:creationId xmlns:a16="http://schemas.microsoft.com/office/drawing/2014/main" id="{1F29814D-569F-0C92-4972-25CC7FC91A12}"/>
              </a:ext>
            </a:extLst>
          </p:cNvPr>
          <p:cNvSpPr txBox="1"/>
          <p:nvPr/>
        </p:nvSpPr>
        <p:spPr>
          <a:xfrm>
            <a:off x="631596" y="2097102"/>
            <a:ext cx="5227624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US" sz="2800" b="0" i="0" u="none" strike="noStrike">
                <a:effectLst/>
                <a:latin typeface="Söhne"/>
              </a:rPr>
              <a:t>Why?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400">
                <a:latin typeface="Söhne"/>
              </a:rPr>
              <a:t>As throughput increases, additive​</a:t>
            </a:r>
            <a:endParaRPr lang="en-US" sz="2400">
              <a:latin typeface="Arial" panose="020B0604020202020204" pitchFamily="34" charset="0"/>
            </a:endParaRPr>
          </a:p>
          <a:p>
            <a:pPr fontAlgn="base"/>
            <a:r>
              <a:rPr lang="en-US" sz="2400">
                <a:latin typeface="Söhne"/>
              </a:rPr>
              <a:t>  increase typically results in a slope ​of 1 </a:t>
            </a:r>
            <a:r>
              <a:rPr lang="en-US" sz="2400" b="0" i="0">
                <a:effectLst/>
                <a:latin typeface="Söhne"/>
              </a:rPr>
              <a:t>​</a:t>
            </a:r>
            <a:endParaRPr lang="en-US" sz="2400">
              <a:latin typeface="Söhne"/>
            </a:endParaRPr>
          </a:p>
          <a:p>
            <a:pPr algn="l" rtl="0" fontAlgn="base"/>
            <a:endParaRPr lang="en-US" sz="2400">
              <a:latin typeface="Söhne"/>
            </a:endParaRPr>
          </a:p>
          <a:p>
            <a:pPr marL="342900" indent="-342900" algn="l" rtl="0" fontAlgn="base">
              <a:buFont typeface="Arial" panose="020B0604020202020204" pitchFamily="34" charset="0"/>
              <a:buChar char="•"/>
            </a:pPr>
            <a:r>
              <a:rPr lang="en-US" sz="2400" b="0" i="0" u="none" strike="noStrike">
                <a:effectLst/>
                <a:latin typeface="Söhne"/>
              </a:rPr>
              <a:t>Multiplicative decrease </a:t>
            </a:r>
            <a:r>
              <a:rPr lang="en-US" sz="2400" b="0" i="0" u="none" strike="noStrike" err="1">
                <a:effectLst/>
                <a:latin typeface="Söhne"/>
              </a:rPr>
              <a:t>decrease</a:t>
            </a:r>
            <a:r>
              <a:rPr lang="en-US" sz="2400" b="0" i="0">
                <a:effectLst/>
                <a:latin typeface="Söhne"/>
              </a:rPr>
              <a:t>​</a:t>
            </a:r>
            <a:endParaRPr lang="en-US" sz="2400">
              <a:latin typeface="Arial" panose="020B0604020202020204" pitchFamily="34" charset="0"/>
            </a:endParaRPr>
          </a:p>
          <a:p>
            <a:pPr algn="l" rtl="0" fontAlgn="base"/>
            <a:r>
              <a:rPr lang="en-US" sz="2400" b="0" i="0" u="none" strike="noStrike">
                <a:effectLst/>
                <a:latin typeface="Söhne"/>
              </a:rPr>
              <a:t>     throughput proportionally</a:t>
            </a:r>
            <a:r>
              <a:rPr lang="en-IN" sz="1800" b="0" i="0">
                <a:solidFill>
                  <a:srgbClr val="000000"/>
                </a:solidFill>
                <a:effectLst/>
                <a:highlight>
                  <a:srgbClr val="EDEBE9"/>
                </a:highlight>
                <a:latin typeface="Söhne"/>
              </a:rPr>
              <a:t>​</a:t>
            </a:r>
            <a:endParaRPr lang="en-IN" b="0" i="0">
              <a:solidFill>
                <a:srgbClr val="000000"/>
              </a:solidFill>
              <a:effectLst/>
              <a:highlight>
                <a:srgbClr val="EDEBE9"/>
              </a:highlight>
              <a:latin typeface="Segoe UI" panose="020B0502040204020203" pitchFamily="34" charset="0"/>
            </a:endParaRPr>
          </a:p>
        </p:txBody>
      </p:sp>
      <p:sp>
        <p:nvSpPr>
          <p:cNvPr id="127" name="Line 4">
            <a:extLst>
              <a:ext uri="{FF2B5EF4-FFF2-40B4-BE49-F238E27FC236}">
                <a16:creationId xmlns:a16="http://schemas.microsoft.com/office/drawing/2014/main" id="{7324D140-E471-C67C-BE58-9E8B1668D396}"/>
              </a:ext>
            </a:extLst>
          </p:cNvPr>
          <p:cNvSpPr>
            <a:spLocks noChangeShapeType="1"/>
          </p:cNvSpPr>
          <p:nvPr/>
        </p:nvSpPr>
        <p:spPr bwMode="auto">
          <a:xfrm>
            <a:off x="6255864" y="4905686"/>
            <a:ext cx="36385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28" name="Line 5">
            <a:extLst>
              <a:ext uri="{FF2B5EF4-FFF2-40B4-BE49-F238E27FC236}">
                <a16:creationId xmlns:a16="http://schemas.microsoft.com/office/drawing/2014/main" id="{6F555B8F-3DBB-5F16-A67D-A1C8ABC9D38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55864" y="1810061"/>
            <a:ext cx="0" cy="30861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29" name="Line 6">
            <a:extLst>
              <a:ext uri="{FF2B5EF4-FFF2-40B4-BE49-F238E27FC236}">
                <a16:creationId xmlns:a16="http://schemas.microsoft.com/office/drawing/2014/main" id="{1A203419-D5A6-6E20-E43C-25AE565379EB}"/>
              </a:ext>
            </a:extLst>
          </p:cNvPr>
          <p:cNvSpPr>
            <a:spLocks noChangeShapeType="1"/>
          </p:cNvSpPr>
          <p:nvPr/>
        </p:nvSpPr>
        <p:spPr bwMode="auto">
          <a:xfrm rot="18661895" flipH="1" flipV="1">
            <a:off x="5649439" y="3545199"/>
            <a:ext cx="3560763" cy="14287"/>
          </a:xfrm>
          <a:prstGeom prst="line">
            <a:avLst/>
          </a:prstGeom>
          <a:noFill/>
          <a:ln w="38100">
            <a:solidFill>
              <a:srgbClr val="CCFFFF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0" name="Line 7">
            <a:extLst>
              <a:ext uri="{FF2B5EF4-FFF2-40B4-BE49-F238E27FC236}">
                <a16:creationId xmlns:a16="http://schemas.microsoft.com/office/drawing/2014/main" id="{483C4A68-5B20-0A43-EE24-CE0A7019765F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6814" y="2057711"/>
            <a:ext cx="2819400" cy="2809875"/>
          </a:xfrm>
          <a:prstGeom prst="line">
            <a:avLst/>
          </a:prstGeom>
          <a:noFill/>
          <a:ln w="38100">
            <a:solidFill>
              <a:srgbClr val="FFFF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1" name="Text Box 8">
            <a:extLst>
              <a:ext uri="{FF2B5EF4-FFF2-40B4-BE49-F238E27FC236}">
                <a16:creationId xmlns:a16="http://schemas.microsoft.com/office/drawing/2014/main" id="{C058C8F1-9A97-0F47-611B-AF4141429C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5977" y="1886261"/>
            <a:ext cx="4032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b="0">
                <a:latin typeface="Comic Sans MS" panose="030F0702030302020204" pitchFamily="66" charset="0"/>
              </a:rPr>
              <a:t>R</a:t>
            </a:r>
            <a:endParaRPr lang="en-US" altLang="en-US" sz="1000" b="0">
              <a:latin typeface="Times New Roman" panose="02020603050405020304" pitchFamily="18" charset="0"/>
            </a:endParaRPr>
          </a:p>
        </p:txBody>
      </p:sp>
      <p:sp>
        <p:nvSpPr>
          <p:cNvPr id="132" name="Text Box 9">
            <a:extLst>
              <a:ext uri="{FF2B5EF4-FFF2-40B4-BE49-F238E27FC236}">
                <a16:creationId xmlns:a16="http://schemas.microsoft.com/office/drawing/2014/main" id="{A0636FCD-8BE7-9051-1E48-2FE86012D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5486" y="4923157"/>
            <a:ext cx="4032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2000" b="0">
                <a:latin typeface="Comic Sans MS" panose="030F0702030302020204" pitchFamily="66" charset="0"/>
              </a:rPr>
              <a:t>R</a:t>
            </a:r>
            <a:endParaRPr lang="en-US" altLang="en-US" sz="1000" b="0">
              <a:latin typeface="Times New Roman" panose="02020603050405020304" pitchFamily="18" charset="0"/>
            </a:endParaRPr>
          </a:p>
        </p:txBody>
      </p:sp>
      <p:sp>
        <p:nvSpPr>
          <p:cNvPr id="133" name="Text Box 10">
            <a:extLst>
              <a:ext uri="{FF2B5EF4-FFF2-40B4-BE49-F238E27FC236}">
                <a16:creationId xmlns:a16="http://schemas.microsoft.com/office/drawing/2014/main" id="{CFAB32B0-FBE9-2763-9EC7-7996404C66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6871" y="2097102"/>
            <a:ext cx="35464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800" b="0" dirty="0">
                <a:latin typeface="Comic Sans MS" panose="030F0702030302020204" pitchFamily="66" charset="0"/>
              </a:rPr>
              <a:t>equal bandwidth share</a:t>
            </a:r>
            <a:endParaRPr lang="en-US" altLang="en-US" sz="1000" b="0" dirty="0">
              <a:latin typeface="Times New Roman" panose="02020603050405020304" pitchFamily="18" charset="0"/>
            </a:endParaRPr>
          </a:p>
        </p:txBody>
      </p:sp>
      <p:sp>
        <p:nvSpPr>
          <p:cNvPr id="134" name="Text Box 11">
            <a:extLst>
              <a:ext uri="{FF2B5EF4-FFF2-40B4-BE49-F238E27FC236}">
                <a16:creationId xmlns:a16="http://schemas.microsoft.com/office/drawing/2014/main" id="{EA69A95A-03CE-D92A-B65D-0A1C5CB5A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0857" y="4908146"/>
            <a:ext cx="3086241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800" b="0">
                <a:latin typeface="Comic Sans MS" panose="030F0702030302020204" pitchFamily="66" charset="0"/>
              </a:rPr>
              <a:t>Connection 1 throughput  </a:t>
            </a:r>
            <a:endParaRPr lang="en-US" altLang="en-US" sz="1000" b="0">
              <a:latin typeface="Times New Roman" panose="02020603050405020304" pitchFamily="18" charset="0"/>
            </a:endParaRPr>
          </a:p>
        </p:txBody>
      </p:sp>
      <p:sp>
        <p:nvSpPr>
          <p:cNvPr id="135" name="Line 13">
            <a:extLst>
              <a:ext uri="{FF2B5EF4-FFF2-40B4-BE49-F238E27FC236}">
                <a16:creationId xmlns:a16="http://schemas.microsoft.com/office/drawing/2014/main" id="{33EA2413-D873-33B0-699B-A48403BDCEB7}"/>
              </a:ext>
            </a:extLst>
          </p:cNvPr>
          <p:cNvSpPr>
            <a:spLocks noChangeShapeType="1"/>
          </p:cNvSpPr>
          <p:nvPr/>
        </p:nvSpPr>
        <p:spPr bwMode="auto">
          <a:xfrm rot="18661895" flipH="1" flipV="1">
            <a:off x="7379233" y="4181684"/>
            <a:ext cx="1293813" cy="476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6" name="Text Box 14">
            <a:extLst>
              <a:ext uri="{FF2B5EF4-FFF2-40B4-BE49-F238E27FC236}">
                <a16:creationId xmlns:a16="http://schemas.microsoft.com/office/drawing/2014/main" id="{601F9B65-1595-CB6D-D3F2-ED8B76103A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5285" y="3734111"/>
            <a:ext cx="401089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400" b="0">
                <a:latin typeface="Comic Sans MS" panose="030F0702030302020204" pitchFamily="66" charset="0"/>
              </a:rPr>
              <a:t>congestion avoidance: additive increase</a:t>
            </a:r>
            <a:endParaRPr lang="en-US" altLang="en-US" sz="1400" b="0">
              <a:latin typeface="Times New Roman" panose="02020603050405020304" pitchFamily="18" charset="0"/>
            </a:endParaRPr>
          </a:p>
        </p:txBody>
      </p:sp>
      <p:sp>
        <p:nvSpPr>
          <p:cNvPr id="137" name="Line 15">
            <a:extLst>
              <a:ext uri="{FF2B5EF4-FFF2-40B4-BE49-F238E27FC236}">
                <a16:creationId xmlns:a16="http://schemas.microsoft.com/office/drawing/2014/main" id="{9930AB1F-E63A-CE3D-7A18-AF0D0CCB57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46464" y="3696011"/>
            <a:ext cx="1171575" cy="63182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8" name="Text Box 16">
            <a:extLst>
              <a:ext uri="{FF2B5EF4-FFF2-40B4-BE49-F238E27FC236}">
                <a16:creationId xmlns:a16="http://schemas.microsoft.com/office/drawing/2014/main" id="{9A4D74F4-F14F-77D6-17DE-0626EEA614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59314" y="3494399"/>
            <a:ext cx="326082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400" b="0">
                <a:latin typeface="Comic Sans MS" panose="030F0702030302020204" pitchFamily="66" charset="0"/>
              </a:rPr>
              <a:t>loss: decrease window by factor of 2</a:t>
            </a:r>
            <a:endParaRPr lang="en-US" altLang="en-US" sz="1400" b="0">
              <a:latin typeface="Times New Roman" panose="02020603050405020304" pitchFamily="18" charset="0"/>
            </a:endParaRPr>
          </a:p>
        </p:txBody>
      </p:sp>
      <p:sp>
        <p:nvSpPr>
          <p:cNvPr id="139" name="Line 17">
            <a:extLst>
              <a:ext uri="{FF2B5EF4-FFF2-40B4-BE49-F238E27FC236}">
                <a16:creationId xmlns:a16="http://schemas.microsoft.com/office/drawing/2014/main" id="{90BBDE26-570A-FCAC-F6D1-0AD7DB597A16}"/>
              </a:ext>
            </a:extLst>
          </p:cNvPr>
          <p:cNvSpPr>
            <a:spLocks noChangeShapeType="1"/>
          </p:cNvSpPr>
          <p:nvPr/>
        </p:nvSpPr>
        <p:spPr bwMode="auto">
          <a:xfrm rot="18661895" flipH="1" flipV="1">
            <a:off x="7038502" y="3835711"/>
            <a:ext cx="1303337" cy="2381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0" name="Text Box 18">
            <a:extLst>
              <a:ext uri="{FF2B5EF4-FFF2-40B4-BE49-F238E27FC236}">
                <a16:creationId xmlns:a16="http://schemas.microsoft.com/office/drawing/2014/main" id="{B0D9C32F-2BDD-DDEF-90C8-540EC6E2D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623" y="3248336"/>
            <a:ext cx="397480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400" b="0">
                <a:latin typeface="Comic Sans MS" panose="030F0702030302020204" pitchFamily="66" charset="0"/>
              </a:rPr>
              <a:t>congestion avoidance: additive increase</a:t>
            </a:r>
            <a:endParaRPr lang="en-US" altLang="en-US" sz="1400" b="0">
              <a:latin typeface="Times New Roman" panose="02020603050405020304" pitchFamily="18" charset="0"/>
            </a:endParaRPr>
          </a:p>
        </p:txBody>
      </p:sp>
      <p:sp>
        <p:nvSpPr>
          <p:cNvPr id="141" name="Line 19">
            <a:extLst>
              <a:ext uri="{FF2B5EF4-FFF2-40B4-BE49-F238E27FC236}">
                <a16:creationId xmlns:a16="http://schemas.microsoft.com/office/drawing/2014/main" id="{5F689877-0863-D566-58C2-DA24C4242F6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03589" y="3410261"/>
            <a:ext cx="981075" cy="76517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2" name="Text Box 20">
            <a:extLst>
              <a:ext uri="{FF2B5EF4-FFF2-40B4-BE49-F238E27FC236}">
                <a16:creationId xmlns:a16="http://schemas.microsoft.com/office/drawing/2014/main" id="{BDE56C8F-D49D-F42A-2F60-1E34FA2BAE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9264" y="3046724"/>
            <a:ext cx="326082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400" b="0">
                <a:latin typeface="Comic Sans MS" panose="030F0702030302020204" pitchFamily="66" charset="0"/>
              </a:rPr>
              <a:t>loss: decrease window by factor of 2</a:t>
            </a:r>
            <a:endParaRPr lang="en-US" altLang="en-US" sz="1400" b="0">
              <a:latin typeface="Times New Roman" panose="02020603050405020304" pitchFamily="18" charset="0"/>
            </a:endParaRPr>
          </a:p>
        </p:txBody>
      </p:sp>
      <p:sp>
        <p:nvSpPr>
          <p:cNvPr id="143" name="Line 21">
            <a:extLst>
              <a:ext uri="{FF2B5EF4-FFF2-40B4-BE49-F238E27FC236}">
                <a16:creationId xmlns:a16="http://schemas.microsoft.com/office/drawing/2014/main" id="{2EBA7A11-B89D-390E-FC69-B1A72FDDB377}"/>
              </a:ext>
            </a:extLst>
          </p:cNvPr>
          <p:cNvSpPr>
            <a:spLocks noChangeShapeType="1"/>
          </p:cNvSpPr>
          <p:nvPr/>
        </p:nvSpPr>
        <p:spPr bwMode="auto">
          <a:xfrm rot="18661895" flipH="1" flipV="1">
            <a:off x="6894833" y="3688868"/>
            <a:ext cx="1279525" cy="1428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4" name="Line 22">
            <a:extLst>
              <a:ext uri="{FF2B5EF4-FFF2-40B4-BE49-F238E27FC236}">
                <a16:creationId xmlns:a16="http://schemas.microsoft.com/office/drawing/2014/main" id="{250E7BB0-0011-C084-32EA-BC6FE8C29F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36914" y="3229286"/>
            <a:ext cx="911225" cy="88900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5" name="Line 23">
            <a:extLst>
              <a:ext uri="{FF2B5EF4-FFF2-40B4-BE49-F238E27FC236}">
                <a16:creationId xmlns:a16="http://schemas.microsoft.com/office/drawing/2014/main" id="{DABAD504-A760-0503-3366-C40C03958B52}"/>
              </a:ext>
            </a:extLst>
          </p:cNvPr>
          <p:cNvSpPr>
            <a:spLocks noChangeShapeType="1"/>
          </p:cNvSpPr>
          <p:nvPr/>
        </p:nvSpPr>
        <p:spPr bwMode="auto">
          <a:xfrm rot="18661895" flipH="1" flipV="1">
            <a:off x="6815458" y="3625368"/>
            <a:ext cx="1279525" cy="1428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" name="CustomShape 10">
            <a:extLst>
              <a:ext uri="{FF2B5EF4-FFF2-40B4-BE49-F238E27FC236}">
                <a16:creationId xmlns:a16="http://schemas.microsoft.com/office/drawing/2014/main" id="{FF350848-925C-A453-4569-75CA0754D3F9}"/>
              </a:ext>
            </a:extLst>
          </p:cNvPr>
          <p:cNvSpPr/>
          <p:nvPr/>
        </p:nvSpPr>
        <p:spPr>
          <a:xfrm rot="16200000">
            <a:off x="5505366" y="3434433"/>
            <a:ext cx="1084227" cy="41351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360" tIns="44280" rIns="90360" bIns="44280"/>
          <a:lstStyle/>
          <a:p>
            <a:pPr algn="ctr"/>
            <a:r>
              <a:rPr lang="en-US" altLang="en-US" b="0" dirty="0">
                <a:latin typeface="Comic Sans MS" panose="030F0702030302020204" pitchFamily="66" charset="0"/>
              </a:rPr>
              <a:t>Connection 2 throughput  </a:t>
            </a:r>
            <a:endParaRPr lang="en-US" altLang="en-US" b="0" dirty="0">
              <a:latin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endParaRPr lang="en-US" sz="2000" b="0" strike="noStrike" spc="-1" dirty="0">
              <a:latin typeface="Arial"/>
            </a:endParaRPr>
          </a:p>
        </p:txBody>
      </p:sp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BD060210-41F8-459A-79E0-A76B78743DD7}"/>
              </a:ext>
            </a:extLst>
          </p:cNvPr>
          <p:cNvSpPr/>
          <p:nvPr/>
        </p:nvSpPr>
        <p:spPr>
          <a:xfrm>
            <a:off x="9051791" y="2038528"/>
            <a:ext cx="2570725" cy="442716"/>
          </a:xfrm>
          <a:prstGeom prst="wedgeRectCallout">
            <a:avLst>
              <a:gd name="adj1" fmla="val -67670"/>
              <a:gd name="adj2" fmla="val 32152"/>
            </a:avLst>
          </a:prstGeom>
          <a:noFill/>
          <a:ln>
            <a:solidFill>
              <a:srgbClr val="CC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E491A04D-2C58-B099-D009-AAC6471CF39D}"/>
              </a:ext>
            </a:extLst>
          </p:cNvPr>
          <p:cNvSpPr/>
          <p:nvPr/>
        </p:nvSpPr>
        <p:spPr>
          <a:xfrm>
            <a:off x="6758591" y="1533740"/>
            <a:ext cx="1845395" cy="574681"/>
          </a:xfrm>
          <a:prstGeom prst="wedgeRoundRectCallout">
            <a:avLst>
              <a:gd name="adj1" fmla="val -64459"/>
              <a:gd name="adj2" fmla="val 48114"/>
              <a:gd name="adj3" fmla="val 16667"/>
            </a:avLst>
          </a:prstGeom>
          <a:noFill/>
          <a:ln>
            <a:solidFill>
              <a:srgbClr val="FFF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omic Sans MS" panose="030F0702030302020204" pitchFamily="66" charset="0"/>
              </a:rPr>
              <a:t>Full Bandwidth utilization line</a:t>
            </a:r>
            <a:endParaRPr lang="en-IN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037559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" grpId="0" autoUpdateAnimBg="0"/>
      <p:bldP spid="138" grpId="0" autoUpdateAnimBg="0"/>
      <p:bldP spid="140" grpId="0" autoUpdateAnimBg="0"/>
      <p:bldP spid="142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5E6B366-DAFE-6256-90EF-20A1BFA4B604}"/>
              </a:ext>
            </a:extLst>
          </p:cNvPr>
          <p:cNvSpPr txBox="1"/>
          <p:nvPr/>
        </p:nvSpPr>
        <p:spPr>
          <a:xfrm>
            <a:off x="4450246" y="2551837"/>
            <a:ext cx="609765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b="1"/>
              <a:t>TCP THROUGHPUT</a:t>
            </a:r>
            <a:br>
              <a:rPr lang="en-IN" sz="5400" b="1"/>
            </a:br>
            <a:r>
              <a:rPr lang="en-IN" sz="5400" b="1"/>
              <a:t>           </a:t>
            </a:r>
            <a:endParaRPr lang="en-IN" sz="5400"/>
          </a:p>
        </p:txBody>
      </p:sp>
    </p:spTree>
    <p:extLst>
      <p:ext uri="{BB962C8B-B14F-4D97-AF65-F5344CB8AC3E}">
        <p14:creationId xmlns:p14="http://schemas.microsoft.com/office/powerpoint/2010/main" val="3279094327"/>
      </p:ext>
    </p:extLst>
  </p:cSld>
  <p:clrMapOvr>
    <a:masterClrMapping/>
  </p:clrMapOvr>
  <p:transition spd="slow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8C438379-7354-5DC0-03D1-92E0099DD2CC}"/>
              </a:ext>
            </a:extLst>
          </p:cNvPr>
          <p:cNvGrpSpPr/>
          <p:nvPr/>
        </p:nvGrpSpPr>
        <p:grpSpPr>
          <a:xfrm>
            <a:off x="4707574" y="2097088"/>
            <a:ext cx="6435091" cy="2466975"/>
            <a:chOff x="3566159" y="-343494"/>
            <a:chExt cx="6339840" cy="1572283"/>
          </a:xfrm>
        </p:grpSpPr>
        <p:sp>
          <p:nvSpPr>
            <p:cNvPr id="20" name="Rectangle: Top Corners Rounded 19">
              <a:extLst>
                <a:ext uri="{FF2B5EF4-FFF2-40B4-BE49-F238E27FC236}">
                  <a16:creationId xmlns:a16="http://schemas.microsoft.com/office/drawing/2014/main" id="{47EC90BE-D1E2-AD08-36B2-A1F4E13D3839}"/>
                </a:ext>
              </a:extLst>
            </p:cNvPr>
            <p:cNvSpPr/>
            <p:nvPr/>
          </p:nvSpPr>
          <p:spPr>
            <a:xfrm rot="5400000">
              <a:off x="6395051" y="-2732333"/>
              <a:ext cx="682056" cy="6339840"/>
            </a:xfrm>
            <a:prstGeom prst="round2SameRect">
              <a:avLst/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1" name="Rectangle: Top Corners Rounded 4">
              <a:extLst>
                <a:ext uri="{FF2B5EF4-FFF2-40B4-BE49-F238E27FC236}">
                  <a16:creationId xmlns:a16="http://schemas.microsoft.com/office/drawing/2014/main" id="{708223A9-DC14-BE4A-825E-0F08B6D1F22C}"/>
                </a:ext>
              </a:extLst>
            </p:cNvPr>
            <p:cNvSpPr txBox="1"/>
            <p:nvPr/>
          </p:nvSpPr>
          <p:spPr>
            <a:xfrm>
              <a:off x="3566160" y="-343494"/>
              <a:ext cx="6306545" cy="157228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47650" tIns="123825" rIns="247650" bIns="123825" numCol="1" spcCol="1270" anchor="ctr" anchorCtr="0">
              <a:noAutofit/>
            </a:bodyPr>
            <a:lstStyle/>
            <a:p>
              <a:endParaRPr lang="en-US" sz="2400"/>
            </a:p>
            <a:p>
              <a:r>
                <a:rPr lang="en-IN" sz="2400"/>
                <a:t>What’s the average throughput of TCP as a function of </a:t>
              </a:r>
              <a:r>
                <a:rPr lang="en-IN" sz="2400">
                  <a:solidFill>
                    <a:schemeClr val="accent2"/>
                  </a:solidFill>
                </a:rPr>
                <a:t>window size </a:t>
              </a:r>
              <a:r>
                <a:rPr lang="en-IN" sz="2400"/>
                <a:t>and </a:t>
              </a:r>
              <a:r>
                <a:rPr lang="en-IN" sz="2400">
                  <a:solidFill>
                    <a:schemeClr val="accent2"/>
                  </a:solidFill>
                </a:rPr>
                <a:t>RTT</a:t>
              </a:r>
              <a:r>
                <a:rPr lang="en-US" sz="2400"/>
                <a:t>?</a:t>
              </a:r>
              <a:endParaRPr lang="en-IN" sz="2400"/>
            </a:p>
            <a:p>
              <a:pPr marL="0" lvl="1" defTabSz="10668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</a:pPr>
              <a:endParaRPr lang="en-IN" sz="260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9C85EF0-6582-9EE9-4776-F671D4513824}"/>
              </a:ext>
            </a:extLst>
          </p:cNvPr>
          <p:cNvGrpSpPr/>
          <p:nvPr/>
        </p:nvGrpSpPr>
        <p:grpSpPr>
          <a:xfrm>
            <a:off x="1141413" y="2676864"/>
            <a:ext cx="3566160" cy="1307422"/>
            <a:chOff x="0" y="11295"/>
            <a:chExt cx="3566160" cy="852570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69A940F2-22EC-C417-48C7-F7D95E63F984}"/>
                </a:ext>
              </a:extLst>
            </p:cNvPr>
            <p:cNvSpPr/>
            <p:nvPr/>
          </p:nvSpPr>
          <p:spPr>
            <a:xfrm>
              <a:off x="0" y="11295"/>
              <a:ext cx="3566160" cy="85257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4" name="Rectangle: Rounded Corners 6">
              <a:extLst>
                <a:ext uri="{FF2B5EF4-FFF2-40B4-BE49-F238E27FC236}">
                  <a16:creationId xmlns:a16="http://schemas.microsoft.com/office/drawing/2014/main" id="{AE02D73D-82E6-6A0E-B5A1-1A8E458A362F}"/>
                </a:ext>
              </a:extLst>
            </p:cNvPr>
            <p:cNvSpPr txBox="1"/>
            <p:nvPr/>
          </p:nvSpPr>
          <p:spPr>
            <a:xfrm>
              <a:off x="41619" y="52914"/>
              <a:ext cx="3482922" cy="76933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3820" tIns="41910" rIns="83820" bIns="41910" numCol="1" spcCol="1270" anchor="ctr" anchorCtr="0">
              <a:noAutofit/>
            </a:bodyPr>
            <a:lstStyle/>
            <a:p>
              <a:pPr marL="0" lvl="0" indent="0" algn="ctr" defTabSz="9779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200">
                  <a:solidFill>
                    <a:schemeClr val="tx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Question:</a:t>
              </a:r>
              <a:endParaRPr lang="en-US" sz="2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6122011"/>
      </p:ext>
    </p:extLst>
  </p:cSld>
  <p:clrMapOvr>
    <a:masterClrMapping/>
  </p:clrMapOvr>
  <p:transition spd="med">
    <p:pull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503E8-B12E-C934-9A16-A9EBAC470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/>
              <a:t>Calculation on a simple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A9AEC5-6396-63E9-024F-17C443E328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1412" y="2097088"/>
                <a:ext cx="9905999" cy="4432920"/>
              </a:xfrm>
            </p:spPr>
            <p:txBody>
              <a:bodyPr>
                <a:normAutofit/>
              </a:bodyPr>
              <a:lstStyle/>
              <a:p>
                <a:r>
                  <a:rPr lang="en-IN"/>
                  <a:t>Ignore slow start</a:t>
                </a:r>
              </a:p>
              <a:p>
                <a:r>
                  <a:rPr lang="en-IN"/>
                  <a:t>Let </a:t>
                </a:r>
                <a:r>
                  <a:rPr lang="en-IN">
                    <a:solidFill>
                      <a:srgbClr val="FFCC99"/>
                    </a:solidFill>
                  </a:rPr>
                  <a:t>W</a:t>
                </a:r>
                <a:r>
                  <a:rPr lang="en-IN"/>
                  <a:t> be the window size (cwnd) (measured in bytes) when loss occur</a:t>
                </a:r>
              </a:p>
              <a:p>
                <a:pPr lvl="1"/>
                <a:r>
                  <a:rPr lang="en-IN" sz="2400"/>
                  <a:t>Loss is detected by duplicate ACKs</a:t>
                </a:r>
              </a:p>
              <a:p>
                <a:r>
                  <a:rPr lang="en-IN"/>
                  <a:t>Window: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IN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I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IN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+1,</m:t>
                    </m:r>
                    <m:f>
                      <m:fPr>
                        <m:ctrlPr>
                          <a:rPr lang="en-I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IN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i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+2…</m:t>
                    </m:r>
                    <m:r>
                      <m:rPr>
                        <m:sty m:val="p"/>
                      </m:rPr>
                      <a:rPr lang="en-IN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W</m:t>
                    </m:r>
                    <m:r>
                      <a:rPr lang="en-IN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IN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IN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IN" sz="2400">
                    <a:solidFill>
                      <a:schemeClr val="tx1"/>
                    </a:solidFill>
                  </a:rPr>
                  <a:t>…</a:t>
                </a:r>
              </a:p>
              <a:p>
                <a:pPr lvl="1"/>
                <a:r>
                  <a:rPr lang="en-IN" sz="2400"/>
                  <a:t>Increase the window size by </a:t>
                </a:r>
                <a:r>
                  <a:rPr lang="en-IN" sz="2400">
                    <a:solidFill>
                      <a:srgbClr val="FFCC99"/>
                    </a:solidFill>
                  </a:rPr>
                  <a:t>1 MSS </a:t>
                </a:r>
                <a:r>
                  <a:rPr lang="en-IN" sz="2400"/>
                  <a:t>for each RTT until a loss event occurs at W </a:t>
                </a:r>
              </a:p>
              <a:p>
                <a:pPr lvl="1"/>
                <a:r>
                  <a:rPr lang="en-IN" sz="2400"/>
                  <a:t>After </a:t>
                </a:r>
                <a:r>
                  <a:rPr lang="en-IN" sz="2400">
                    <a:solidFill>
                      <a:srgbClr val="FFCC99"/>
                    </a:solidFill>
                  </a:rPr>
                  <a:t>W/2 RTTs</a:t>
                </a:r>
                <a:r>
                  <a:rPr lang="en-IN" sz="2400"/>
                  <a:t>, loss event occurs then drop the </a:t>
                </a:r>
                <a:r>
                  <a:rPr lang="en-IN" sz="2400">
                    <a:solidFill>
                      <a:srgbClr val="FFCC99"/>
                    </a:solidFill>
                  </a:rPr>
                  <a:t>window to half </a:t>
                </a:r>
                <a:r>
                  <a:rPr lang="en-IN" sz="2400"/>
                  <a:t>and repeat</a:t>
                </a:r>
              </a:p>
              <a:p>
                <a:endParaRPr lang="en-IN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A9AEC5-6396-63E9-024F-17C443E328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1412" y="2097088"/>
                <a:ext cx="9905999" cy="4432920"/>
              </a:xfrm>
              <a:blipFill>
                <a:blip r:embed="rId2"/>
                <a:stretch>
                  <a:fillRect l="-1231" t="-1788" r="-4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27613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8910F-82D0-5A95-E236-4F009702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28457"/>
            <a:ext cx="9905998" cy="1478570"/>
          </a:xfrm>
        </p:spPr>
        <p:txBody>
          <a:bodyPr/>
          <a:lstStyle/>
          <a:p>
            <a:r>
              <a:rPr lang="en-IN" b="1"/>
              <a:t>Calculation on a simple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852060-30F6-B846-40AB-767FF794BE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1412" y="2097088"/>
                <a:ext cx="9905999" cy="4512434"/>
              </a:xfrm>
            </p:spPr>
            <p:txBody>
              <a:bodyPr>
                <a:normAutofit/>
              </a:bodyPr>
              <a:lstStyle/>
              <a:p>
                <a:r>
                  <a:rPr lang="en-IN" sz="2300"/>
                  <a:t>When window is W, throughput is </a:t>
                </a:r>
                <a:r>
                  <a:rPr lang="en-IN" sz="2300">
                    <a:solidFill>
                      <a:srgbClr val="FFCC99"/>
                    </a:solidFill>
                  </a:rPr>
                  <a:t>W/RTT</a:t>
                </a:r>
              </a:p>
              <a:p>
                <a:r>
                  <a:rPr lang="en-IN" sz="2300"/>
                  <a:t>Just after the loss , window drops to W/2 ,throughput to </a:t>
                </a:r>
                <a:r>
                  <a:rPr lang="en-IN" sz="2300">
                    <a:solidFill>
                      <a:srgbClr val="FFCC99"/>
                    </a:solidFill>
                  </a:rPr>
                  <a:t>W/2RTT</a:t>
                </a:r>
              </a:p>
              <a:p>
                <a:r>
                  <a:rPr lang="en-US" sz="2300"/>
                  <a:t>Assuming that RTT and W are approximately constant over the duration of the connection, the TCP transmission rate ranges from W/(2 · RTT) to W/RTT</a:t>
                </a:r>
              </a:p>
              <a:p>
                <a:r>
                  <a:rPr lang="en-US" sz="2300"/>
                  <a:t>Average throughput</a:t>
                </a:r>
                <a:r>
                  <a:rPr lang="en-US" sz="2300">
                    <a:solidFill>
                      <a:srgbClr val="FFCC66"/>
                    </a:solidFill>
                  </a:rPr>
                  <a:t>: </a:t>
                </a:r>
                <a:r>
                  <a:rPr lang="en-US" sz="2300" b="1">
                    <a:solidFill>
                      <a:srgbClr val="FFCC66"/>
                    </a:solidFill>
                  </a:rPr>
                  <a:t>0.75W(MSS/RTT)</a:t>
                </a:r>
              </a:p>
              <a:p>
                <a:pPr lvl="1"/>
                <a:r>
                  <a:rPr lang="en-US" sz="2300">
                    <a:ea typeface="ＭＳ Ｐゴシック" charset="-128"/>
                  </a:rPr>
                  <a:t>Avg of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3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3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300" b="0" i="0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3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300">
                    <a:latin typeface="Cambria Math" panose="02040503050406030204" pitchFamily="18" charset="0"/>
                    <a:ea typeface="Cambria Math" panose="02040503050406030204" pitchFamily="18" charset="0"/>
                  </a:rPr>
                  <a:t>W</a:t>
                </a:r>
                <a:r>
                  <a:rPr lang="en-US" sz="2300">
                    <a:ea typeface="ＭＳ Ｐゴシック" charset="-128"/>
                  </a:rPr>
                  <a:t> packets per RTTs and there are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3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300" i="1" dirty="0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IN" sz="2300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300">
                    <a:ea typeface="ＭＳ Ｐゴシック" charset="-128"/>
                  </a:rPr>
                  <a:t> RTTs between two packet drops</a:t>
                </a:r>
              </a:p>
              <a:p>
                <a:pPr lvl="1"/>
                <a:r>
                  <a:rPr lang="en-US" sz="2300" err="1">
                    <a:ea typeface="ＭＳ Ｐゴシック" charset="-128"/>
                  </a:rPr>
                  <a:t>i.e</a:t>
                </a:r>
                <a:r>
                  <a:rPr lang="en-US" sz="2300">
                    <a:ea typeface="ＭＳ Ｐゴシック" charset="-128"/>
                  </a:rPr>
                  <a:t>, One packet is dropped out of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3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300" i="1" dirty="0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IN" sz="2300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300">
                    <a:ea typeface="ＭＳ Ｐゴシック" charset="-128"/>
                  </a:rPr>
                  <a:t>)*(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3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3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300" i="1" dirty="0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IN" sz="2300" b="0" i="0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300">
                    <a:ea typeface="ＭＳ Ｐゴシック" charset="-128"/>
                  </a:rPr>
                  <a:t>) = </a:t>
                </a:r>
                <a:r>
                  <a:rPr lang="en-US" sz="2300">
                    <a:solidFill>
                      <a:srgbClr val="FFCC99"/>
                    </a:solidFill>
                    <a:ea typeface="ＭＳ Ｐゴシック" charset="-128"/>
                  </a:rPr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300" i="1" dirty="0" smtClean="0">
                            <a:solidFill>
                              <a:srgbClr val="FFCC99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300" b="0" i="1" dirty="0" smtClean="0">
                            <a:solidFill>
                              <a:srgbClr val="FFCC99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300" b="0" i="0" dirty="0" smtClean="0">
                            <a:solidFill>
                              <a:srgbClr val="FFCC99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sz="2300">
                    <a:solidFill>
                      <a:srgbClr val="FFCC99"/>
                    </a:solidFill>
                    <a:ea typeface="ＭＳ Ｐゴシック" charset="-128"/>
                  </a:rPr>
                  <a:t>)</a:t>
                </a:r>
                <a:r>
                  <a:rPr lang="en-US" sz="2300" b="0" strike="noStrike" spc="-1">
                    <a:solidFill>
                      <a:srgbClr val="FFCC99"/>
                    </a:solidFill>
                    <a:ea typeface="ＭＳ Ｐゴシック"/>
                  </a:rPr>
                  <a:t>W</a:t>
                </a:r>
                <a:r>
                  <a:rPr lang="en-US" sz="2300" b="0" strike="noStrike" spc="-1" baseline="30000">
                    <a:solidFill>
                      <a:srgbClr val="FFCC99"/>
                    </a:solidFill>
                    <a:ea typeface="ＭＳ Ｐゴシック"/>
                  </a:rPr>
                  <a:t>2</a:t>
                </a:r>
                <a:r>
                  <a:rPr lang="en-US" sz="2300" b="0" strike="noStrike" spc="-1">
                    <a:solidFill>
                      <a:srgbClr val="FFCC99"/>
                    </a:solidFill>
                    <a:ea typeface="ＭＳ Ｐゴシック"/>
                  </a:rPr>
                  <a:t> </a:t>
                </a:r>
                <a:r>
                  <a:rPr lang="en-US" sz="2300">
                    <a:ea typeface="ＭＳ Ｐゴシック" charset="-128"/>
                  </a:rPr>
                  <a:t>packets </a:t>
                </a:r>
              </a:p>
              <a:p>
                <a:endParaRPr lang="en-US" sz="2200" b="1"/>
              </a:p>
              <a:p>
                <a:pPr marL="457200" lvl="1" indent="0">
                  <a:buNone/>
                </a:pPr>
                <a:endParaRPr lang="en-IN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852060-30F6-B846-40AB-767FF794BE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1412" y="2097088"/>
                <a:ext cx="9905999" cy="4512434"/>
              </a:xfrm>
              <a:blipFill>
                <a:blip r:embed="rId2"/>
                <a:stretch>
                  <a:fillRect l="-1169" t="-16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7206A-4C57-F6F0-8463-B18742595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T</a:t>
            </a:r>
            <a:r>
              <a:rPr lang="en-IN" b="1"/>
              <a:t>CP Throughput/loss Relationship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D7CDEE-3C87-0033-C825-AA1DE5958F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10005" y="1956619"/>
                <a:ext cx="9905999" cy="4523693"/>
              </a:xfrm>
            </p:spPr>
            <p:txBody>
              <a:bodyPr>
                <a:normAutofit fontScale="47500" lnSpcReduction="20000"/>
              </a:bodyPr>
              <a:lstStyle/>
              <a:p>
                <a:r>
                  <a:rPr lang="en-US" sz="4600">
                    <a:ea typeface="ＭＳ Ｐゴシック" charset="-128"/>
                  </a:rPr>
                  <a:t>Packet drop rate, </a:t>
                </a:r>
                <a:r>
                  <a:rPr lang="en-US" sz="4600">
                    <a:solidFill>
                      <a:srgbClr val="FFCC66"/>
                    </a:solidFill>
                    <a:ea typeface="ＭＳ Ｐゴシック" charset="-128"/>
                  </a:rPr>
                  <a:t>p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4600" i="1" dirty="0" smtClean="0">
                            <a:solidFill>
                              <a:srgbClr val="FFCC66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4600" b="0" i="1" dirty="0" smtClean="0">
                            <a:solidFill>
                              <a:srgbClr val="FFCC66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4600" b="0" i="0" dirty="0" smtClean="0">
                            <a:solidFill>
                              <a:srgbClr val="FFCC66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46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4600" b="0" strike="noStrike" spc="-1">
                    <a:solidFill>
                      <a:srgbClr val="FFCC66"/>
                    </a:solidFill>
                    <a:ea typeface="ＭＳ Ｐゴシック"/>
                  </a:rPr>
                  <a:t>W</a:t>
                </a:r>
                <a:r>
                  <a:rPr lang="en-US" sz="4600" b="0" strike="noStrike" spc="-1" baseline="30000">
                    <a:solidFill>
                      <a:srgbClr val="FFCC66"/>
                    </a:solidFill>
                    <a:ea typeface="ＭＳ Ｐゴシック"/>
                  </a:rPr>
                  <a:t>-2</a:t>
                </a:r>
                <a:r>
                  <a:rPr lang="en-US" sz="4600" b="0" strike="noStrike" spc="-1">
                    <a:solidFill>
                      <a:srgbClr val="FFCC66"/>
                    </a:solidFill>
                    <a:ea typeface="ＭＳ Ｐゴシック"/>
                  </a:rPr>
                  <a:t> </a:t>
                </a:r>
                <a:endParaRPr lang="en-US" sz="4600" spc="-1">
                  <a:solidFill>
                    <a:srgbClr val="FFCC66"/>
                  </a:solidFill>
                  <a:ea typeface="ＭＳ Ｐゴシック"/>
                </a:endParaRPr>
              </a:p>
              <a:p>
                <a:pPr marL="0" indent="0">
                  <a:buNone/>
                </a:pPr>
                <a:r>
                  <a:rPr lang="en-US" sz="4600" spc="-1">
                    <a:ea typeface="ＭＳ Ｐゴシック"/>
                  </a:rPr>
                  <a:t>                              W =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4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4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46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4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4600" spc="-1">
                    <a:ea typeface="ＭＳ Ｐゴシック"/>
                  </a:rPr>
                  <a:t>p</a:t>
                </a:r>
                <a:r>
                  <a:rPr lang="en-US" sz="4600" b="0" strike="noStrike" spc="-1">
                    <a:ea typeface="ＭＳ Ｐゴシック"/>
                  </a:rPr>
                  <a:t>)</a:t>
                </a:r>
                <a:r>
                  <a:rPr lang="en-US" sz="4600" b="0" strike="noStrike" spc="-1" baseline="30000">
                    <a:ea typeface="ＭＳ Ｐゴシック"/>
                  </a:rPr>
                  <a:t>-</a:t>
                </a:r>
                <a:r>
                  <a:rPr lang="en-US" sz="4600" spc="-1" baseline="30000">
                    <a:ea typeface="ＭＳ Ｐゴシック"/>
                  </a:rPr>
                  <a:t>2</a:t>
                </a:r>
                <a:r>
                  <a:rPr lang="en-US" sz="4600" b="0" strike="noStrike" spc="-1" baseline="30000">
                    <a:ea typeface="ＭＳ Ｐゴシック"/>
                  </a:rPr>
                  <a:t> </a:t>
                </a:r>
                <a:endParaRPr lang="en-US" sz="4600" spc="-1">
                  <a:ea typeface="ＭＳ Ｐゴシック"/>
                </a:endParaRPr>
              </a:p>
              <a:p>
                <a:r>
                  <a:rPr lang="en-US" sz="4600" spc="-1">
                    <a:ea typeface="ＭＳ Ｐゴシック"/>
                  </a:rPr>
                  <a:t>Throughput 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4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4600" i="1" dirty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4600" i="1" dirty="0">
                            <a:latin typeface="Cambria Math" panose="02040503050406030204" pitchFamily="18" charset="0"/>
                          </a:rPr>
                          <m:t>𝑊</m:t>
                        </m:r>
                      </m:num>
                      <m:den>
                        <m:r>
                          <a:rPr lang="en-IN" sz="4600" dirty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4600" spc="-1">
                    <a:ea typeface="ＭＳ Ｐゴシック"/>
                    <a:cs typeface="Arial" panose="020B0604020202020204" pitchFamily="34" charset="0"/>
                  </a:rPr>
                  <a:t>(MSS/RTT) =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4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4600" i="1" dirty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4600" dirty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4600" spc="-1">
                    <a:ea typeface="ＭＳ Ｐゴシック"/>
                    <a:cs typeface="Arial" panose="020B0604020202020204" pitchFamily="34" charset="0"/>
                  </a:rPr>
                  <a:t>)*(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4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4600" i="1" dirty="0"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4600" dirty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46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4600" spc="-1">
                    <a:ea typeface="ＭＳ Ｐゴシック"/>
                  </a:rPr>
                  <a:t>p)</a:t>
                </a:r>
                <a:r>
                  <a:rPr lang="en-US" sz="4600" spc="-1" baseline="30000">
                    <a:ea typeface="ＭＳ Ｐゴシック"/>
                  </a:rPr>
                  <a:t>-2</a:t>
                </a:r>
                <a:r>
                  <a:rPr lang="en-US" sz="4600" spc="-1">
                    <a:ea typeface="ＭＳ Ｐゴシック"/>
                    <a:cs typeface="Arial" panose="020B0604020202020204" pitchFamily="34" charset="0"/>
                  </a:rPr>
                  <a:t> (MSS/RTT)</a:t>
                </a:r>
              </a:p>
              <a:p>
                <a:pPr marL="0" indent="0">
                  <a:buNone/>
                </a:pPr>
                <a:r>
                  <a:rPr lang="en-US" sz="4600" spc="-1">
                    <a:ea typeface="ＭＳ Ｐゴシック"/>
                    <a:cs typeface="Arial" panose="020B0604020202020204" pitchFamily="34" charset="0"/>
                  </a:rPr>
                  <a:t>                                               =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4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4600" i="1" dirty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4600" dirty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46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4600" spc="-1">
                    <a:ea typeface="ＭＳ Ｐゴシック"/>
                    <a:cs typeface="Arial" panose="020B0604020202020204" pitchFamily="34" charset="0"/>
                  </a:rPr>
                  <a:t>p</a:t>
                </a:r>
                <a:r>
                  <a:rPr lang="en-US" sz="4600" b="0" strike="noStrike" spc="-1">
                    <a:ea typeface="ＭＳ Ｐゴシック"/>
                    <a:cs typeface="Arial" panose="020B0604020202020204" pitchFamily="34" charset="0"/>
                  </a:rPr>
                  <a:t>)</a:t>
                </a:r>
                <a:r>
                  <a:rPr lang="en-US" sz="4600" b="0" strike="noStrike" spc="-1" baseline="30000">
                    <a:ea typeface="ＭＳ Ｐゴシック"/>
                    <a:cs typeface="Arial" panose="020B0604020202020204" pitchFamily="34" charset="0"/>
                  </a:rPr>
                  <a:t>-</a:t>
                </a:r>
                <a:r>
                  <a:rPr lang="en-US" sz="4600" spc="-1" baseline="30000">
                    <a:ea typeface="ＭＳ Ｐゴシック"/>
                    <a:cs typeface="Arial" panose="020B0604020202020204" pitchFamily="34" charset="0"/>
                  </a:rPr>
                  <a:t>2</a:t>
                </a:r>
                <a:r>
                  <a:rPr lang="en-US" sz="4600">
                    <a:cs typeface="Arial" panose="020B0604020202020204" pitchFamily="34" charset="0"/>
                  </a:rPr>
                  <a:t>(MSS/RTT)</a:t>
                </a:r>
              </a:p>
              <a:p>
                <a:pPr marL="0" indent="0">
                  <a:buNone/>
                </a:pPr>
                <a:endParaRPr lang="en-US" sz="3200" strike="noStrike" spc="-1" baseline="30000">
                  <a:ea typeface="ＭＳ Ｐゴシック"/>
                </a:endParaRPr>
              </a:p>
              <a:p>
                <a:pPr marL="0" indent="0">
                  <a:buNone/>
                </a:pPr>
                <a:r>
                  <a:rPr lang="en-US" sz="3200" spc="-1">
                    <a:solidFill>
                      <a:schemeClr val="accent5">
                        <a:lumMod val="60000"/>
                        <a:lumOff val="40000"/>
                      </a:schemeClr>
                    </a:solidFill>
                    <a:ea typeface="ＭＳ Ｐゴシック"/>
                  </a:rPr>
                  <a:t>                    </a:t>
                </a:r>
                <a:r>
                  <a:rPr lang="en-US" sz="5100" spc="-1">
                    <a:solidFill>
                      <a:schemeClr val="accent5">
                        <a:lumMod val="60000"/>
                        <a:lumOff val="40000"/>
                      </a:schemeClr>
                    </a:solidFill>
                    <a:ea typeface="ＭＳ Ｐゴシック"/>
                  </a:rPr>
                  <a:t>Throughput=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5100" i="1" dirty="0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5100" b="0" i="1" dirty="0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1.22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5100" spc="-1" dirty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</m:t>
                        </m:r>
                        <m:r>
                          <m:rPr>
                            <m:nor/>
                          </m:rPr>
                          <a:rPr lang="en-US" sz="5100" spc="-1" baseline="30000" dirty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5100" i="1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510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(MSS/RTT)</a:t>
                </a:r>
              </a:p>
              <a:p>
                <a:pPr marL="0" indent="0">
                  <a:buNone/>
                </a:pPr>
                <a:endParaRPr lang="en-US" sz="3200"/>
              </a:p>
              <a:p>
                <a:r>
                  <a:rPr lang="en-US" sz="4600" b="0" strike="noStrike" spc="-1">
                    <a:ea typeface="ＭＳ Ｐゴシック"/>
                  </a:rPr>
                  <a:t>Flows get throughput inversely proportional to RTT and packet loss</a:t>
                </a:r>
                <a:endParaRPr lang="en-US" sz="4600" b="0" strike="noStrike" spc="-1"/>
              </a:p>
              <a:p>
                <a:endParaRPr lang="en-US" spc="-1">
                  <a:solidFill>
                    <a:srgbClr val="000000"/>
                  </a:solidFill>
                  <a:latin typeface="Arial"/>
                  <a:ea typeface="ＭＳ Ｐゴシック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D7CDEE-3C87-0033-C825-AA1DE5958F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10005" y="1956619"/>
                <a:ext cx="9905999" cy="4523693"/>
              </a:xfrm>
              <a:blipFill>
                <a:blip r:embed="rId2"/>
                <a:stretch>
                  <a:fillRect l="-1108" t="-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9BED34AE-1C21-1356-DAFE-EAEB3FB2D301}"/>
              </a:ext>
            </a:extLst>
          </p:cNvPr>
          <p:cNvSpPr/>
          <p:nvPr/>
        </p:nvSpPr>
        <p:spPr>
          <a:xfrm>
            <a:off x="2466506" y="4563451"/>
            <a:ext cx="4778478" cy="825909"/>
          </a:xfrm>
          <a:prstGeom prst="rect">
            <a:avLst/>
          </a:prstGeom>
          <a:noFill/>
          <a:ln>
            <a:solidFill>
              <a:srgbClr val="FFCC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6875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/>
          <p:nvPr/>
        </p:nvSpPr>
        <p:spPr>
          <a:xfrm>
            <a:off x="4182284" y="2490686"/>
            <a:ext cx="1910025" cy="2303638"/>
          </a:xfrm>
          <a:custGeom>
            <a:avLst/>
            <a:gdLst>
              <a:gd name="connsiteX0" fmla="*/ 19691 w 1910025"/>
              <a:gd name="connsiteY0" fmla="*/ 1260110 h 2303638"/>
              <a:gd name="connsiteX1" fmla="*/ 0 w 1910025"/>
              <a:gd name="connsiteY1" fmla="*/ 2303638 h 2303638"/>
              <a:gd name="connsiteX2" fmla="*/ 1910025 w 1910025"/>
              <a:gd name="connsiteY2" fmla="*/ 2303638 h 2303638"/>
              <a:gd name="connsiteX3" fmla="*/ 1910025 w 1910025"/>
              <a:gd name="connsiteY3" fmla="*/ 0 h 2303638"/>
              <a:gd name="connsiteX4" fmla="*/ 19691 w 1910025"/>
              <a:gd name="connsiteY4" fmla="*/ 1260110 h 2303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0025" h="2303638">
                <a:moveTo>
                  <a:pt x="19691" y="1260110"/>
                </a:moveTo>
                <a:lnTo>
                  <a:pt x="0" y="2303638"/>
                </a:lnTo>
                <a:lnTo>
                  <a:pt x="1910025" y="2303638"/>
                </a:lnTo>
                <a:lnTo>
                  <a:pt x="1910025" y="0"/>
                </a:lnTo>
                <a:lnTo>
                  <a:pt x="19691" y="1260110"/>
                </a:lnTo>
                <a:close/>
              </a:path>
            </a:pathLst>
          </a:cu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1">
                <a:solidFill>
                  <a:srgbClr val="000090"/>
                </a:solidFill>
                <a:latin typeface="Arial" pitchFamily="-65" charset="0"/>
              </a:rPr>
              <a:t>A</a:t>
            </a:r>
          </a:p>
        </p:txBody>
      </p:sp>
      <p:sp>
        <p:nvSpPr>
          <p:cNvPr id="24580" name="Title 1"/>
          <p:cNvSpPr>
            <a:spLocks noGrp="1"/>
          </p:cNvSpPr>
          <p:nvPr>
            <p:ph type="title"/>
          </p:nvPr>
        </p:nvSpPr>
        <p:spPr>
          <a:xfrm>
            <a:off x="1577975" y="473077"/>
            <a:ext cx="9905998" cy="738185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tx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A Simple Model for TCP Throughput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41412" y="2259319"/>
            <a:ext cx="9905999" cy="3541714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  </a:t>
            </a:r>
          </a:p>
        </p:txBody>
      </p:sp>
      <p:sp>
        <p:nvSpPr>
          <p:cNvPr id="24582" name="Freeform 4"/>
          <p:cNvSpPr>
            <a:spLocks/>
          </p:cNvSpPr>
          <p:nvPr/>
        </p:nvSpPr>
        <p:spPr bwMode="auto">
          <a:xfrm>
            <a:off x="2368550" y="1722438"/>
            <a:ext cx="7842250" cy="3078162"/>
          </a:xfrm>
          <a:custGeom>
            <a:avLst/>
            <a:gdLst>
              <a:gd name="T0" fmla="*/ 0 w 4416"/>
              <a:gd name="T1" fmla="*/ 0 h 1968"/>
              <a:gd name="T2" fmla="*/ 0 w 4416"/>
              <a:gd name="T3" fmla="*/ 2147483647 h 1968"/>
              <a:gd name="T4" fmla="*/ 2147483647 w 4416"/>
              <a:gd name="T5" fmla="*/ 2147483647 h 1968"/>
              <a:gd name="T6" fmla="*/ 0 60000 65536"/>
              <a:gd name="T7" fmla="*/ 0 60000 65536"/>
              <a:gd name="T8" fmla="*/ 0 60000 65536"/>
              <a:gd name="T9" fmla="*/ 0 w 4416"/>
              <a:gd name="T10" fmla="*/ 0 h 1968"/>
              <a:gd name="T11" fmla="*/ 4416 w 4416"/>
              <a:gd name="T12" fmla="*/ 1968 h 19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416" h="1968">
                <a:moveTo>
                  <a:pt x="0" y="0"/>
                </a:moveTo>
                <a:lnTo>
                  <a:pt x="0" y="1968"/>
                </a:lnTo>
                <a:lnTo>
                  <a:pt x="4416" y="1968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b="1">
              <a:solidFill>
                <a:srgbClr val="000000"/>
              </a:solidFill>
              <a:latin typeface="Courier New" charset="0"/>
              <a:ea typeface="ＭＳ Ｐゴシック" charset="-128"/>
            </a:endParaRPr>
          </a:p>
        </p:txBody>
      </p:sp>
      <p:sp>
        <p:nvSpPr>
          <p:cNvPr id="24583" name="Line 12"/>
          <p:cNvSpPr>
            <a:spLocks noChangeShapeType="1"/>
          </p:cNvSpPr>
          <p:nvPr/>
        </p:nvSpPr>
        <p:spPr bwMode="auto">
          <a:xfrm>
            <a:off x="4187825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b="1">
              <a:solidFill>
                <a:srgbClr val="000000"/>
              </a:solidFill>
              <a:latin typeface="Courier New" charset="0"/>
              <a:ea typeface="ＭＳ Ｐゴシック" charset="-128"/>
            </a:endParaRPr>
          </a:p>
        </p:txBody>
      </p:sp>
      <p:sp>
        <p:nvSpPr>
          <p:cNvPr id="24584" name="Text Box 15"/>
          <p:cNvSpPr txBox="1">
            <a:spLocks noChangeArrowheads="1"/>
          </p:cNvSpPr>
          <p:nvPr/>
        </p:nvSpPr>
        <p:spPr bwMode="auto">
          <a:xfrm>
            <a:off x="3810001" y="1371600"/>
            <a:ext cx="7832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rgbClr val="000000"/>
                </a:solidFill>
              </a:rPr>
              <a:t>Loss</a:t>
            </a:r>
          </a:p>
        </p:txBody>
      </p:sp>
      <p:sp>
        <p:nvSpPr>
          <p:cNvPr id="24585" name="Freeform 15"/>
          <p:cNvSpPr>
            <a:spLocks/>
          </p:cNvSpPr>
          <p:nvPr/>
        </p:nvSpPr>
        <p:spPr bwMode="auto">
          <a:xfrm>
            <a:off x="2368550" y="2484438"/>
            <a:ext cx="1828800" cy="2316162"/>
          </a:xfrm>
          <a:custGeom>
            <a:avLst/>
            <a:gdLst>
              <a:gd name="T0" fmla="*/ 2147483647 w 1152"/>
              <a:gd name="T1" fmla="*/ 0 h 864"/>
              <a:gd name="T2" fmla="*/ 2147483647 w 1152"/>
              <a:gd name="T3" fmla="*/ 2147483647 h 864"/>
              <a:gd name="T4" fmla="*/ 2147483647 w 1152"/>
              <a:gd name="T5" fmla="*/ 2147483647 h 864"/>
              <a:gd name="T6" fmla="*/ 2147483647 w 1152"/>
              <a:gd name="T7" fmla="*/ 2147483647 h 864"/>
              <a:gd name="T8" fmla="*/ 0 w 1152"/>
              <a:gd name="T9" fmla="*/ 2147483647 h 8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52"/>
              <a:gd name="T16" fmla="*/ 0 h 864"/>
              <a:gd name="T17" fmla="*/ 1152 w 1152"/>
              <a:gd name="T18" fmla="*/ 864 h 8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52" h="864">
                <a:moveTo>
                  <a:pt x="1152" y="0"/>
                </a:moveTo>
                <a:cubicBezTo>
                  <a:pt x="1132" y="116"/>
                  <a:pt x="1112" y="232"/>
                  <a:pt x="1056" y="336"/>
                </a:cubicBezTo>
                <a:cubicBezTo>
                  <a:pt x="1000" y="440"/>
                  <a:pt x="928" y="544"/>
                  <a:pt x="816" y="624"/>
                </a:cubicBezTo>
                <a:cubicBezTo>
                  <a:pt x="704" y="704"/>
                  <a:pt x="520" y="776"/>
                  <a:pt x="384" y="816"/>
                </a:cubicBezTo>
                <a:cubicBezTo>
                  <a:pt x="248" y="856"/>
                  <a:pt x="124" y="860"/>
                  <a:pt x="0" y="864"/>
                </a:cubicBezTo>
              </a:path>
            </a:pathLst>
          </a:custGeom>
          <a:noFill/>
          <a:ln w="25400">
            <a:solidFill>
              <a:schemeClr val="accent5">
                <a:lumMod val="60000"/>
                <a:lumOff val="4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b="1">
              <a:solidFill>
                <a:srgbClr val="000000"/>
              </a:solidFill>
              <a:latin typeface="Courier New" charset="0"/>
              <a:ea typeface="ＭＳ Ｐゴシック" charset="-128"/>
            </a:endParaRPr>
          </a:p>
        </p:txBody>
      </p:sp>
      <p:sp>
        <p:nvSpPr>
          <p:cNvPr id="24586" name="Text Box 18"/>
          <p:cNvSpPr txBox="1">
            <a:spLocks noChangeArrowheads="1"/>
          </p:cNvSpPr>
          <p:nvPr/>
        </p:nvSpPr>
        <p:spPr bwMode="auto">
          <a:xfrm>
            <a:off x="9320740" y="4724400"/>
            <a:ext cx="63831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b="1" i="1">
                <a:solidFill>
                  <a:srgbClr val="000000"/>
                </a:solidFill>
                <a:latin typeface="Times New Roman" charset="0"/>
              </a:rPr>
              <a:t>time</a:t>
            </a:r>
          </a:p>
        </p:txBody>
      </p:sp>
      <p:sp>
        <p:nvSpPr>
          <p:cNvPr id="24587" name="Text Box 19"/>
          <p:cNvSpPr txBox="1">
            <a:spLocks noChangeArrowheads="1"/>
          </p:cNvSpPr>
          <p:nvPr/>
        </p:nvSpPr>
        <p:spPr bwMode="auto">
          <a:xfrm>
            <a:off x="1577975" y="1384300"/>
            <a:ext cx="7409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b="1" i="1">
                <a:solidFill>
                  <a:srgbClr val="000000"/>
                </a:solidFill>
                <a:latin typeface="Times New Roman" charset="0"/>
              </a:rPr>
              <a:t>cwnd</a:t>
            </a:r>
          </a:p>
        </p:txBody>
      </p:sp>
      <p:sp>
        <p:nvSpPr>
          <p:cNvPr id="24588" name="Freeform 34"/>
          <p:cNvSpPr>
            <a:spLocks noChangeArrowheads="1"/>
          </p:cNvSpPr>
          <p:nvPr/>
        </p:nvSpPr>
        <p:spPr bwMode="auto">
          <a:xfrm>
            <a:off x="4187826" y="2484438"/>
            <a:ext cx="1914525" cy="1270000"/>
          </a:xfrm>
          <a:custGeom>
            <a:avLst/>
            <a:gdLst>
              <a:gd name="T0" fmla="*/ 0 w 1914577"/>
              <a:gd name="T1" fmla="*/ 18960 h 1269957"/>
              <a:gd name="T2" fmla="*/ 18951 w 1914577"/>
              <a:gd name="T3" fmla="*/ 1270172 h 1269957"/>
              <a:gd name="T4" fmla="*/ 1914317 w 1914577"/>
              <a:gd name="T5" fmla="*/ 0 h 1269957"/>
              <a:gd name="T6" fmla="*/ 0 60000 65536"/>
              <a:gd name="T7" fmla="*/ 0 60000 65536"/>
              <a:gd name="T8" fmla="*/ 0 60000 65536"/>
              <a:gd name="T9" fmla="*/ 0 w 1914577"/>
              <a:gd name="T10" fmla="*/ 0 h 1269957"/>
              <a:gd name="T11" fmla="*/ 1914577 w 1914577"/>
              <a:gd name="T12" fmla="*/ 1269957 h 12699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14577" h="1269957">
                <a:moveTo>
                  <a:pt x="0" y="18955"/>
                </a:moveTo>
                <a:lnTo>
                  <a:pt x="18956" y="1269957"/>
                </a:lnTo>
                <a:lnTo>
                  <a:pt x="1914577" y="0"/>
                </a:lnTo>
              </a:path>
            </a:pathLst>
          </a:custGeom>
          <a:noFill/>
          <a:ln w="25400">
            <a:solidFill>
              <a:schemeClr val="accent5">
                <a:lumMod val="60000"/>
                <a:lumOff val="4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b="1">
              <a:solidFill>
                <a:srgbClr val="000000"/>
              </a:solidFill>
              <a:latin typeface="Courier New" charset="0"/>
              <a:ea typeface="ＭＳ Ｐゴシック" charset="-128"/>
            </a:endParaRPr>
          </a:p>
        </p:txBody>
      </p:sp>
      <p:sp>
        <p:nvSpPr>
          <p:cNvPr id="24589" name="Freeform 35"/>
          <p:cNvSpPr>
            <a:spLocks noChangeArrowheads="1"/>
          </p:cNvSpPr>
          <p:nvPr/>
        </p:nvSpPr>
        <p:spPr bwMode="auto">
          <a:xfrm>
            <a:off x="6102351" y="2484438"/>
            <a:ext cx="1914525" cy="1270000"/>
          </a:xfrm>
          <a:custGeom>
            <a:avLst/>
            <a:gdLst>
              <a:gd name="T0" fmla="*/ 0 w 1914577"/>
              <a:gd name="T1" fmla="*/ 18960 h 1269957"/>
              <a:gd name="T2" fmla="*/ 18951 w 1914577"/>
              <a:gd name="T3" fmla="*/ 1270172 h 1269957"/>
              <a:gd name="T4" fmla="*/ 1914317 w 1914577"/>
              <a:gd name="T5" fmla="*/ 0 h 1269957"/>
              <a:gd name="T6" fmla="*/ 0 60000 65536"/>
              <a:gd name="T7" fmla="*/ 0 60000 65536"/>
              <a:gd name="T8" fmla="*/ 0 60000 65536"/>
              <a:gd name="T9" fmla="*/ 0 w 1914577"/>
              <a:gd name="T10" fmla="*/ 0 h 1269957"/>
              <a:gd name="T11" fmla="*/ 1914577 w 1914577"/>
              <a:gd name="T12" fmla="*/ 1269957 h 12699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14577" h="1269957">
                <a:moveTo>
                  <a:pt x="0" y="18955"/>
                </a:moveTo>
                <a:lnTo>
                  <a:pt x="18956" y="1269957"/>
                </a:lnTo>
                <a:lnTo>
                  <a:pt x="1914577" y="0"/>
                </a:lnTo>
              </a:path>
            </a:pathLst>
          </a:custGeom>
          <a:noFill/>
          <a:ln w="25400">
            <a:solidFill>
              <a:schemeClr val="accent5">
                <a:lumMod val="60000"/>
                <a:lumOff val="4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b="1">
              <a:solidFill>
                <a:srgbClr val="000000"/>
              </a:solidFill>
              <a:latin typeface="Courier New" charset="0"/>
              <a:ea typeface="ＭＳ Ｐゴシック" charset="-128"/>
            </a:endParaRPr>
          </a:p>
        </p:txBody>
      </p:sp>
      <p:sp>
        <p:nvSpPr>
          <p:cNvPr id="24590" name="Freeform 36"/>
          <p:cNvSpPr>
            <a:spLocks noChangeArrowheads="1"/>
          </p:cNvSpPr>
          <p:nvPr/>
        </p:nvSpPr>
        <p:spPr bwMode="auto">
          <a:xfrm>
            <a:off x="8016876" y="2484438"/>
            <a:ext cx="1914525" cy="1270000"/>
          </a:xfrm>
          <a:custGeom>
            <a:avLst/>
            <a:gdLst>
              <a:gd name="T0" fmla="*/ 0 w 1914577"/>
              <a:gd name="T1" fmla="*/ 18960 h 1269957"/>
              <a:gd name="T2" fmla="*/ 18951 w 1914577"/>
              <a:gd name="T3" fmla="*/ 1270172 h 1269957"/>
              <a:gd name="T4" fmla="*/ 1914317 w 1914577"/>
              <a:gd name="T5" fmla="*/ 0 h 1269957"/>
              <a:gd name="T6" fmla="*/ 0 60000 65536"/>
              <a:gd name="T7" fmla="*/ 0 60000 65536"/>
              <a:gd name="T8" fmla="*/ 0 60000 65536"/>
              <a:gd name="T9" fmla="*/ 0 w 1914577"/>
              <a:gd name="T10" fmla="*/ 0 h 1269957"/>
              <a:gd name="T11" fmla="*/ 1914577 w 1914577"/>
              <a:gd name="T12" fmla="*/ 1269957 h 12699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14577" h="1269957">
                <a:moveTo>
                  <a:pt x="0" y="18955"/>
                </a:moveTo>
                <a:lnTo>
                  <a:pt x="18956" y="1269957"/>
                </a:lnTo>
                <a:lnTo>
                  <a:pt x="1914577" y="0"/>
                </a:lnTo>
              </a:path>
            </a:pathLst>
          </a:custGeom>
          <a:noFill/>
          <a:ln w="25400">
            <a:solidFill>
              <a:schemeClr val="accent5">
                <a:lumMod val="60000"/>
                <a:lumOff val="4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b="1">
              <a:solidFill>
                <a:srgbClr val="000000"/>
              </a:solidFill>
              <a:latin typeface="Courier New" charset="0"/>
              <a:ea typeface="ＭＳ Ｐゴシック" charset="-128"/>
            </a:endParaRPr>
          </a:p>
        </p:txBody>
      </p:sp>
      <p:sp>
        <p:nvSpPr>
          <p:cNvPr id="24591" name="Line 12"/>
          <p:cNvSpPr>
            <a:spLocks noChangeShapeType="1"/>
          </p:cNvSpPr>
          <p:nvPr/>
        </p:nvSpPr>
        <p:spPr bwMode="auto">
          <a:xfrm>
            <a:off x="6096000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b="1">
              <a:solidFill>
                <a:srgbClr val="000000"/>
              </a:solidFill>
              <a:latin typeface="Courier New" charset="0"/>
              <a:ea typeface="ＭＳ Ｐゴシック" charset="-128"/>
            </a:endParaRPr>
          </a:p>
        </p:txBody>
      </p:sp>
      <p:sp>
        <p:nvSpPr>
          <p:cNvPr id="24592" name="Line 12"/>
          <p:cNvSpPr>
            <a:spLocks noChangeShapeType="1"/>
          </p:cNvSpPr>
          <p:nvPr/>
        </p:nvSpPr>
        <p:spPr bwMode="auto">
          <a:xfrm>
            <a:off x="8004175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b="1">
              <a:solidFill>
                <a:srgbClr val="000000"/>
              </a:solidFill>
              <a:latin typeface="Courier New" charset="0"/>
              <a:ea typeface="ＭＳ Ｐゴシック" charset="-128"/>
            </a:endParaRPr>
          </a:p>
        </p:txBody>
      </p:sp>
      <p:sp>
        <p:nvSpPr>
          <p:cNvPr id="24593" name="Line 12"/>
          <p:cNvSpPr>
            <a:spLocks noChangeShapeType="1"/>
          </p:cNvSpPr>
          <p:nvPr/>
        </p:nvSpPr>
        <p:spPr bwMode="auto">
          <a:xfrm>
            <a:off x="9913938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b="1">
              <a:solidFill>
                <a:srgbClr val="000000"/>
              </a:solidFill>
              <a:latin typeface="Courier New" charset="0"/>
              <a:ea typeface="ＭＳ Ｐゴシック" charset="-128"/>
            </a:endParaRPr>
          </a:p>
        </p:txBody>
      </p:sp>
      <p:cxnSp>
        <p:nvCxnSpPr>
          <p:cNvPr id="24594" name="Straight Connector 41"/>
          <p:cNvCxnSpPr>
            <a:cxnSpLocks noChangeShapeType="1"/>
            <a:endCxn id="24590" idx="2"/>
          </p:cNvCxnSpPr>
          <p:nvPr/>
        </p:nvCxnSpPr>
        <p:spPr bwMode="auto">
          <a:xfrm>
            <a:off x="2387600" y="2484438"/>
            <a:ext cx="7543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4595" name="Straight Connector 42"/>
          <p:cNvCxnSpPr>
            <a:cxnSpLocks noChangeShapeType="1"/>
          </p:cNvCxnSpPr>
          <p:nvPr/>
        </p:nvCxnSpPr>
        <p:spPr bwMode="auto">
          <a:xfrm>
            <a:off x="2390776" y="3733800"/>
            <a:ext cx="7523163" cy="1588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4596" name="Straight Connector 46"/>
          <p:cNvCxnSpPr>
            <a:cxnSpLocks noChangeShapeType="1"/>
            <a:stCxn id="24588" idx="1"/>
          </p:cNvCxnSpPr>
          <p:nvPr/>
        </p:nvCxnSpPr>
        <p:spPr bwMode="auto">
          <a:xfrm flipH="1">
            <a:off x="4187825" y="3754438"/>
            <a:ext cx="19050" cy="1046162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4597" name="Straight Connector 49"/>
          <p:cNvCxnSpPr>
            <a:cxnSpLocks noChangeShapeType="1"/>
          </p:cNvCxnSpPr>
          <p:nvPr/>
        </p:nvCxnSpPr>
        <p:spPr bwMode="auto">
          <a:xfrm flipH="1">
            <a:off x="6096000" y="3775076"/>
            <a:ext cx="19050" cy="1046163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6781800" y="2800350"/>
            <a:ext cx="3276600" cy="3295650"/>
            <a:chOff x="4800600" y="3028950"/>
            <a:chExt cx="3276600" cy="3295650"/>
          </a:xfrm>
        </p:grpSpPr>
        <p:sp>
          <p:nvSpPr>
            <p:cNvPr id="24602" name="Oval 52"/>
            <p:cNvSpPr>
              <a:spLocks noChangeArrowheads="1"/>
            </p:cNvSpPr>
            <p:nvPr/>
          </p:nvSpPr>
          <p:spPr bwMode="auto">
            <a:xfrm>
              <a:off x="4800600" y="3028950"/>
              <a:ext cx="685800" cy="609600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srgbClr val="000000"/>
                </a:solidFill>
                <a:latin typeface="Courier New" charset="0"/>
                <a:ea typeface="ＭＳ Ｐゴシック" charset="-128"/>
              </a:endParaRPr>
            </a:p>
          </p:txBody>
        </p:sp>
        <p:cxnSp>
          <p:nvCxnSpPr>
            <p:cNvPr id="24603" name="Straight Connector 60"/>
            <p:cNvCxnSpPr>
              <a:cxnSpLocks noChangeShapeType="1"/>
              <a:stCxn id="24602" idx="5"/>
              <a:endCxn id="24605" idx="0"/>
            </p:cNvCxnSpPr>
            <p:nvPr/>
          </p:nvCxnSpPr>
          <p:spPr bwMode="auto">
            <a:xfrm rot="16200000" flipH="1">
              <a:off x="5839619" y="3096419"/>
              <a:ext cx="412750" cy="131921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</p:cxnSp>
        <p:grpSp>
          <p:nvGrpSpPr>
            <p:cNvPr id="24604" name="Group 5"/>
            <p:cNvGrpSpPr>
              <a:grpSpLocks/>
            </p:cNvGrpSpPr>
            <p:nvPr/>
          </p:nvGrpSpPr>
          <p:grpSpPr bwMode="auto">
            <a:xfrm>
              <a:off x="5334000" y="3962400"/>
              <a:ext cx="2743200" cy="2362200"/>
              <a:chOff x="5334000" y="3962400"/>
              <a:chExt cx="2743200" cy="2362200"/>
            </a:xfrm>
          </p:grpSpPr>
          <p:sp>
            <p:nvSpPr>
              <p:cNvPr id="24605" name="Oval 53"/>
              <p:cNvSpPr>
                <a:spLocks noChangeArrowheads="1"/>
              </p:cNvSpPr>
              <p:nvPr/>
            </p:nvSpPr>
            <p:spPr bwMode="auto">
              <a:xfrm>
                <a:off x="5334000" y="3962400"/>
                <a:ext cx="2743200" cy="23622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solidFill>
                    <a:srgbClr val="000000"/>
                  </a:solidFill>
                  <a:latin typeface="Courier New" charset="0"/>
                  <a:ea typeface="ＭＳ Ｐゴシック" charset="-128"/>
                </a:endParaRPr>
              </a:p>
            </p:txBody>
          </p:sp>
          <p:sp>
            <p:nvSpPr>
              <p:cNvPr id="24606" name="Freeform 55"/>
              <p:cNvSpPr>
                <a:spLocks noChangeArrowheads="1"/>
              </p:cNvSpPr>
              <p:nvPr/>
            </p:nvSpPr>
            <p:spPr bwMode="auto">
              <a:xfrm>
                <a:off x="5614988" y="5478463"/>
                <a:ext cx="542925" cy="338137"/>
              </a:xfrm>
              <a:custGeom>
                <a:avLst/>
                <a:gdLst>
                  <a:gd name="T0" fmla="*/ 0 w 542872"/>
                  <a:gd name="T1" fmla="*/ 333430 h 339324"/>
                  <a:gd name="T2" fmla="*/ 281266 w 542872"/>
                  <a:gd name="T3" fmla="*/ 333430 h 339324"/>
                  <a:gd name="T4" fmla="*/ 281266 w 542872"/>
                  <a:gd name="T5" fmla="*/ 152424 h 339324"/>
                  <a:gd name="T6" fmla="*/ 543137 w 542872"/>
                  <a:gd name="T7" fmla="*/ 152424 h 339324"/>
                  <a:gd name="T8" fmla="*/ 533438 w 542872"/>
                  <a:gd name="T9" fmla="*/ 0 h 3393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2872"/>
                  <a:gd name="T16" fmla="*/ 0 h 339324"/>
                  <a:gd name="T17" fmla="*/ 542872 w 542872"/>
                  <a:gd name="T18" fmla="*/ 339324 h 3393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2872" h="339324">
                    <a:moveTo>
                      <a:pt x="0" y="339324"/>
                    </a:moveTo>
                    <a:lnTo>
                      <a:pt x="281131" y="339324"/>
                    </a:lnTo>
                    <a:lnTo>
                      <a:pt x="281131" y="155119"/>
                    </a:lnTo>
                    <a:lnTo>
                      <a:pt x="542872" y="155119"/>
                    </a:lnTo>
                    <a:lnTo>
                      <a:pt x="533178" y="0"/>
                    </a:lnTo>
                  </a:path>
                </a:pathLst>
              </a:cu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solidFill>
                    <a:srgbClr val="000000"/>
                  </a:solidFill>
                  <a:latin typeface="Courier New" charset="0"/>
                  <a:ea typeface="ＭＳ Ｐゴシック" charset="-128"/>
                </a:endParaRPr>
              </a:p>
            </p:txBody>
          </p:sp>
          <p:sp>
            <p:nvSpPr>
              <p:cNvPr id="24607" name="Freeform 56"/>
              <p:cNvSpPr>
                <a:spLocks noChangeArrowheads="1"/>
              </p:cNvSpPr>
              <p:nvPr/>
            </p:nvSpPr>
            <p:spPr bwMode="auto">
              <a:xfrm>
                <a:off x="6153150" y="5138738"/>
                <a:ext cx="542925" cy="339725"/>
              </a:xfrm>
              <a:custGeom>
                <a:avLst/>
                <a:gdLst>
                  <a:gd name="T0" fmla="*/ 0 w 542872"/>
                  <a:gd name="T1" fmla="*/ 341333 h 339324"/>
                  <a:gd name="T2" fmla="*/ 281266 w 542872"/>
                  <a:gd name="T3" fmla="*/ 341333 h 339324"/>
                  <a:gd name="T4" fmla="*/ 281266 w 542872"/>
                  <a:gd name="T5" fmla="*/ 156038 h 339324"/>
                  <a:gd name="T6" fmla="*/ 543137 w 542872"/>
                  <a:gd name="T7" fmla="*/ 156038 h 339324"/>
                  <a:gd name="T8" fmla="*/ 533438 w 542872"/>
                  <a:gd name="T9" fmla="*/ 0 h 3393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2872"/>
                  <a:gd name="T16" fmla="*/ 0 h 339324"/>
                  <a:gd name="T17" fmla="*/ 542872 w 542872"/>
                  <a:gd name="T18" fmla="*/ 339324 h 3393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2872" h="339324">
                    <a:moveTo>
                      <a:pt x="0" y="339324"/>
                    </a:moveTo>
                    <a:lnTo>
                      <a:pt x="281131" y="339324"/>
                    </a:lnTo>
                    <a:lnTo>
                      <a:pt x="281131" y="155119"/>
                    </a:lnTo>
                    <a:lnTo>
                      <a:pt x="542872" y="155119"/>
                    </a:lnTo>
                    <a:lnTo>
                      <a:pt x="533178" y="0"/>
                    </a:lnTo>
                  </a:path>
                </a:pathLst>
              </a:cu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solidFill>
                    <a:srgbClr val="000000"/>
                  </a:solidFill>
                  <a:latin typeface="Courier New" charset="0"/>
                  <a:ea typeface="ＭＳ Ｐゴシック" charset="-128"/>
                </a:endParaRPr>
              </a:p>
            </p:txBody>
          </p:sp>
          <p:sp>
            <p:nvSpPr>
              <p:cNvPr id="24608" name="Freeform 57"/>
              <p:cNvSpPr>
                <a:spLocks noChangeArrowheads="1"/>
              </p:cNvSpPr>
              <p:nvPr/>
            </p:nvSpPr>
            <p:spPr bwMode="auto">
              <a:xfrm>
                <a:off x="6691313" y="4799013"/>
                <a:ext cx="542925" cy="339725"/>
              </a:xfrm>
              <a:custGeom>
                <a:avLst/>
                <a:gdLst>
                  <a:gd name="T0" fmla="*/ 0 w 542872"/>
                  <a:gd name="T1" fmla="*/ 341333 h 339324"/>
                  <a:gd name="T2" fmla="*/ 281266 w 542872"/>
                  <a:gd name="T3" fmla="*/ 341333 h 339324"/>
                  <a:gd name="T4" fmla="*/ 281266 w 542872"/>
                  <a:gd name="T5" fmla="*/ 156038 h 339324"/>
                  <a:gd name="T6" fmla="*/ 543137 w 542872"/>
                  <a:gd name="T7" fmla="*/ 156038 h 339324"/>
                  <a:gd name="T8" fmla="*/ 533438 w 542872"/>
                  <a:gd name="T9" fmla="*/ 0 h 3393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2872"/>
                  <a:gd name="T16" fmla="*/ 0 h 339324"/>
                  <a:gd name="T17" fmla="*/ 542872 w 542872"/>
                  <a:gd name="T18" fmla="*/ 339324 h 3393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2872" h="339324">
                    <a:moveTo>
                      <a:pt x="0" y="339324"/>
                    </a:moveTo>
                    <a:lnTo>
                      <a:pt x="281131" y="339324"/>
                    </a:lnTo>
                    <a:lnTo>
                      <a:pt x="281131" y="155119"/>
                    </a:lnTo>
                    <a:lnTo>
                      <a:pt x="542872" y="155119"/>
                    </a:lnTo>
                    <a:lnTo>
                      <a:pt x="533178" y="0"/>
                    </a:lnTo>
                  </a:path>
                </a:pathLst>
              </a:cu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solidFill>
                    <a:srgbClr val="000000"/>
                  </a:solidFill>
                  <a:latin typeface="Courier New" charset="0"/>
                  <a:ea typeface="ＭＳ Ｐゴシック" charset="-128"/>
                </a:endParaRPr>
              </a:p>
            </p:txBody>
          </p:sp>
          <p:sp>
            <p:nvSpPr>
              <p:cNvPr id="24609" name="Freeform 58"/>
              <p:cNvSpPr>
                <a:spLocks noChangeArrowheads="1"/>
              </p:cNvSpPr>
              <p:nvPr/>
            </p:nvSpPr>
            <p:spPr bwMode="auto">
              <a:xfrm>
                <a:off x="7229475" y="4459288"/>
                <a:ext cx="542925" cy="339725"/>
              </a:xfrm>
              <a:custGeom>
                <a:avLst/>
                <a:gdLst>
                  <a:gd name="T0" fmla="*/ 0 w 542872"/>
                  <a:gd name="T1" fmla="*/ 341333 h 339324"/>
                  <a:gd name="T2" fmla="*/ 281266 w 542872"/>
                  <a:gd name="T3" fmla="*/ 341333 h 339324"/>
                  <a:gd name="T4" fmla="*/ 281266 w 542872"/>
                  <a:gd name="T5" fmla="*/ 156038 h 339324"/>
                  <a:gd name="T6" fmla="*/ 543137 w 542872"/>
                  <a:gd name="T7" fmla="*/ 156038 h 339324"/>
                  <a:gd name="T8" fmla="*/ 533438 w 542872"/>
                  <a:gd name="T9" fmla="*/ 0 h 3393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42872"/>
                  <a:gd name="T16" fmla="*/ 0 h 339324"/>
                  <a:gd name="T17" fmla="*/ 542872 w 542872"/>
                  <a:gd name="T18" fmla="*/ 339324 h 33932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42872" h="339324">
                    <a:moveTo>
                      <a:pt x="0" y="339324"/>
                    </a:moveTo>
                    <a:lnTo>
                      <a:pt x="281131" y="339324"/>
                    </a:lnTo>
                    <a:lnTo>
                      <a:pt x="281131" y="155119"/>
                    </a:lnTo>
                    <a:lnTo>
                      <a:pt x="542872" y="155119"/>
                    </a:lnTo>
                    <a:lnTo>
                      <a:pt x="533178" y="0"/>
                    </a:lnTo>
                  </a:path>
                </a:pathLst>
              </a:cu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b="1">
                  <a:solidFill>
                    <a:srgbClr val="000000"/>
                  </a:solidFill>
                  <a:latin typeface="Courier New" charset="0"/>
                  <a:ea typeface="ＭＳ Ｐゴシック" charset="-128"/>
                </a:endParaRPr>
              </a:p>
            </p:txBody>
          </p:sp>
          <p:sp>
            <p:nvSpPr>
              <p:cNvPr id="24610" name="TextBox 65"/>
              <p:cNvSpPr txBox="1">
                <a:spLocks noChangeArrowheads="1"/>
              </p:cNvSpPr>
              <p:nvPr/>
            </p:nvSpPr>
            <p:spPr bwMode="auto">
              <a:xfrm>
                <a:off x="5826125" y="4821238"/>
                <a:ext cx="327025" cy="400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b="1">
                    <a:solidFill>
                      <a:srgbClr val="000000"/>
                    </a:solidFill>
                  </a:rPr>
                  <a:t>1</a:t>
                </a:r>
              </a:p>
            </p:txBody>
          </p:sp>
          <p:sp>
            <p:nvSpPr>
              <p:cNvPr id="24611" name="TextBox 66"/>
              <p:cNvSpPr txBox="1">
                <a:spLocks noChangeArrowheads="1"/>
              </p:cNvSpPr>
              <p:nvPr/>
            </p:nvSpPr>
            <p:spPr bwMode="auto">
              <a:xfrm>
                <a:off x="6781800" y="5619750"/>
                <a:ext cx="670376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b="1" i="1">
                    <a:solidFill>
                      <a:srgbClr val="000000"/>
                    </a:solidFill>
                    <a:latin typeface="Times New Roman" charset="0"/>
                    <a:cs typeface="Times New Roman" charset="0"/>
                  </a:rPr>
                  <a:t>RTT</a:t>
                </a:r>
              </a:p>
            </p:txBody>
          </p:sp>
          <p:cxnSp>
            <p:nvCxnSpPr>
              <p:cNvPr id="24612" name="Straight Arrow Connector 68"/>
              <p:cNvCxnSpPr>
                <a:cxnSpLocks noChangeShapeType="1"/>
              </p:cNvCxnSpPr>
              <p:nvPr/>
            </p:nvCxnSpPr>
            <p:spPr bwMode="auto">
              <a:xfrm rot="10800000">
                <a:off x="7085013" y="4953000"/>
                <a:ext cx="1587" cy="663575"/>
              </a:xfrm>
              <a:prstGeom prst="straightConnector1">
                <a:avLst/>
              </a:prstGeom>
              <a:noFill/>
              <a:ln w="9525">
                <a:solidFill>
                  <a:srgbClr val="326F7C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cxnSp>
            <p:nvCxnSpPr>
              <p:cNvPr id="24613" name="Straight Arrow Connector 69"/>
              <p:cNvCxnSpPr>
                <a:cxnSpLocks noChangeShapeType="1"/>
              </p:cNvCxnSpPr>
              <p:nvPr/>
            </p:nvCxnSpPr>
            <p:spPr bwMode="auto">
              <a:xfrm>
                <a:off x="6153150" y="5027613"/>
                <a:ext cx="819150" cy="1587"/>
              </a:xfrm>
              <a:prstGeom prst="straightConnector1">
                <a:avLst/>
              </a:prstGeom>
              <a:noFill/>
              <a:ln w="9525">
                <a:solidFill>
                  <a:srgbClr val="326F7C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</p:grpSp>
      </p:grpSp>
      <p:graphicFrame>
        <p:nvGraphicFramePr>
          <p:cNvPr id="24599" name="Object 2"/>
          <p:cNvGraphicFramePr>
            <a:graphicFrameLocks noChangeAspect="1"/>
          </p:cNvGraphicFramePr>
          <p:nvPr/>
        </p:nvGraphicFramePr>
        <p:xfrm>
          <a:off x="1741489" y="2311401"/>
          <a:ext cx="479425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7362" imgH="228501" progId="Equation.3">
                  <p:embed/>
                </p:oleObj>
              </mc:Choice>
              <mc:Fallback>
                <p:oleObj name="Equation" r:id="rId2" imgW="317362" imgH="228501" progId="Equation.3">
                  <p:embed/>
                  <p:pic>
                    <p:nvPicPr>
                      <p:cNvPr id="2459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1489" y="2311401"/>
                        <a:ext cx="479425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0" name="Object 3"/>
          <p:cNvGraphicFramePr>
            <a:graphicFrameLocks noChangeAspect="1"/>
          </p:cNvGraphicFramePr>
          <p:nvPr/>
        </p:nvGraphicFramePr>
        <p:xfrm>
          <a:off x="1741489" y="3468688"/>
          <a:ext cx="4794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5292" imgH="393359" progId="Equation.3">
                  <p:embed/>
                </p:oleObj>
              </mc:Choice>
              <mc:Fallback>
                <p:oleObj name="Equation" r:id="rId4" imgW="355292" imgH="393359" progId="Equation.3">
                  <p:embed/>
                  <p:pic>
                    <p:nvPicPr>
                      <p:cNvPr id="2460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1489" y="3468688"/>
                        <a:ext cx="47942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11"/>
          <p:cNvGrpSpPr/>
          <p:nvPr/>
        </p:nvGrpSpPr>
        <p:grpSpPr>
          <a:xfrm>
            <a:off x="4191000" y="2133600"/>
            <a:ext cx="6172200" cy="2057400"/>
            <a:chOff x="2667000" y="2133600"/>
            <a:chExt cx="6172200" cy="2057400"/>
          </a:xfrm>
        </p:grpSpPr>
        <p:sp>
          <p:nvSpPr>
            <p:cNvPr id="2" name="Rounded Rectangular Callout 1"/>
            <p:cNvSpPr/>
            <p:nvPr/>
          </p:nvSpPr>
          <p:spPr bwMode="auto">
            <a:xfrm>
              <a:off x="5638800" y="2133600"/>
              <a:ext cx="3200400" cy="457200"/>
            </a:xfrm>
            <a:prstGeom prst="wedgeRoundRectCallout">
              <a:avLst>
                <a:gd name="adj1" fmla="val -97801"/>
                <a:gd name="adj2" fmla="val 403124"/>
                <a:gd name="adj3" fmla="val 16667"/>
              </a:avLst>
            </a:prstGeom>
            <a:solidFill>
              <a:srgbClr val="EBEFC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r" fontAlgn="base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srgbClr val="000000"/>
                </a:solidFill>
                <a:latin typeface="Courier New" charset="0"/>
                <a:ea typeface="ＭＳ Ｐゴシック" charset="-128"/>
              </a:endParaRPr>
            </a:p>
          </p:txBody>
        </p:sp>
        <p:cxnSp>
          <p:nvCxnSpPr>
            <p:cNvPr id="5" name="Straight Arrow Connector 4"/>
            <p:cNvCxnSpPr/>
            <p:nvPr/>
          </p:nvCxnSpPr>
          <p:spPr bwMode="auto">
            <a:xfrm>
              <a:off x="2667000" y="4191000"/>
              <a:ext cx="1905000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6" name="TextBox 5"/>
            <p:cNvSpPr txBox="1"/>
            <p:nvPr/>
          </p:nvSpPr>
          <p:spPr>
            <a:xfrm>
              <a:off x="5638800" y="2133601"/>
              <a:ext cx="32004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>
                  <a:solidFill>
                    <a:srgbClr val="000000"/>
                  </a:solidFill>
                  <a:latin typeface="Arial"/>
                  <a:ea typeface="ＭＳ Ｐゴシック" charset="-128"/>
                </a:rPr>
                <a:t>½ </a:t>
              </a:r>
              <a:r>
                <a:rPr lang="en-US" err="1">
                  <a:solidFill>
                    <a:srgbClr val="000000"/>
                  </a:solidFill>
                  <a:latin typeface="Arial"/>
                  <a:ea typeface="ＭＳ Ｐゴシック" charset="-128"/>
                </a:rPr>
                <a:t>W</a:t>
              </a:r>
              <a:r>
                <a:rPr lang="en-US" baseline="-25000" err="1">
                  <a:solidFill>
                    <a:srgbClr val="000000"/>
                  </a:solidFill>
                  <a:latin typeface="Arial"/>
                  <a:ea typeface="ＭＳ Ｐゴシック" charset="-128"/>
                </a:rPr>
                <a:t>max</a:t>
              </a:r>
              <a:r>
                <a:rPr lang="en-US">
                  <a:solidFill>
                    <a:srgbClr val="000000"/>
                  </a:solidFill>
                  <a:latin typeface="Arial"/>
                  <a:ea typeface="ＭＳ Ｐゴシック" charset="-128"/>
                </a:rPr>
                <a:t> RTTs between drops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>
                  <a:solidFill>
                    <a:srgbClr val="000000"/>
                  </a:solidFill>
                  <a:latin typeface="Arial"/>
                  <a:ea typeface="ＭＳ Ｐゴシック" charset="-128"/>
                </a:rPr>
                <a:t> 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1683821" y="2741615"/>
            <a:ext cx="3508892" cy="2057400"/>
            <a:chOff x="148708" y="2743200"/>
            <a:chExt cx="3508892" cy="2057400"/>
          </a:xfrm>
        </p:grpSpPr>
        <p:sp>
          <p:nvSpPr>
            <p:cNvPr id="41" name="Rounded Rectangular Callout 40"/>
            <p:cNvSpPr/>
            <p:nvPr/>
          </p:nvSpPr>
          <p:spPr bwMode="auto">
            <a:xfrm>
              <a:off x="148708" y="2743200"/>
              <a:ext cx="3280292" cy="504824"/>
            </a:xfrm>
            <a:prstGeom prst="wedgeRoundRectCallout">
              <a:avLst>
                <a:gd name="adj1" fmla="val 55427"/>
                <a:gd name="adj2" fmla="val 214009"/>
                <a:gd name="adj3" fmla="val 16667"/>
              </a:avLst>
            </a:prstGeom>
            <a:solidFill>
              <a:srgbClr val="EBEFC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r" fontAlgn="base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srgbClr val="000000"/>
                </a:solidFill>
                <a:latin typeface="Courier New" charset="0"/>
                <a:ea typeface="ＭＳ Ｐゴシック" charset="-128"/>
              </a:endParaRPr>
            </a:p>
          </p:txBody>
        </p:sp>
        <p:cxnSp>
          <p:nvCxnSpPr>
            <p:cNvPr id="42" name="Straight Arrow Connector 41"/>
            <p:cNvCxnSpPr/>
            <p:nvPr/>
          </p:nvCxnSpPr>
          <p:spPr bwMode="auto">
            <a:xfrm>
              <a:off x="3657600" y="3124200"/>
              <a:ext cx="0" cy="167640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45" name="TextBox 44"/>
            <p:cNvSpPr txBox="1"/>
            <p:nvPr/>
          </p:nvSpPr>
          <p:spPr>
            <a:xfrm>
              <a:off x="152400" y="2743200"/>
              <a:ext cx="3505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>
                  <a:solidFill>
                    <a:srgbClr val="000000"/>
                  </a:solidFill>
                  <a:latin typeface="Arial"/>
                  <a:ea typeface="ＭＳ Ｐゴシック" charset="-128"/>
                </a:rPr>
                <a:t>Avg. ¾ </a:t>
              </a:r>
              <a:r>
                <a:rPr lang="en-US" err="1">
                  <a:solidFill>
                    <a:srgbClr val="000000"/>
                  </a:solidFill>
                  <a:latin typeface="Arial"/>
                  <a:ea typeface="ＭＳ Ｐゴシック" charset="-128"/>
                </a:rPr>
                <a:t>W</a:t>
              </a:r>
              <a:r>
                <a:rPr lang="en-US" baseline="-25000" err="1">
                  <a:solidFill>
                    <a:srgbClr val="000000"/>
                  </a:solidFill>
                  <a:latin typeface="Arial"/>
                  <a:ea typeface="ＭＳ Ｐゴシック" charset="-128"/>
                </a:rPr>
                <a:t>max</a:t>
              </a:r>
              <a:r>
                <a:rPr lang="en-US">
                  <a:solidFill>
                    <a:srgbClr val="000000"/>
                  </a:solidFill>
                  <a:latin typeface="Arial"/>
                  <a:ea typeface="ＭＳ Ｐゴシック" charset="-128"/>
                </a:rPr>
                <a:t> packets per RTTs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04989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/>
          <p:cNvSpPr/>
          <p:nvPr/>
        </p:nvSpPr>
        <p:spPr>
          <a:xfrm>
            <a:off x="4182284" y="2490686"/>
            <a:ext cx="1910025" cy="2303638"/>
          </a:xfrm>
          <a:custGeom>
            <a:avLst/>
            <a:gdLst>
              <a:gd name="connsiteX0" fmla="*/ 19691 w 1910025"/>
              <a:gd name="connsiteY0" fmla="*/ 1260110 h 2303638"/>
              <a:gd name="connsiteX1" fmla="*/ 0 w 1910025"/>
              <a:gd name="connsiteY1" fmla="*/ 2303638 h 2303638"/>
              <a:gd name="connsiteX2" fmla="*/ 1910025 w 1910025"/>
              <a:gd name="connsiteY2" fmla="*/ 2303638 h 2303638"/>
              <a:gd name="connsiteX3" fmla="*/ 1910025 w 1910025"/>
              <a:gd name="connsiteY3" fmla="*/ 0 h 2303638"/>
              <a:gd name="connsiteX4" fmla="*/ 19691 w 1910025"/>
              <a:gd name="connsiteY4" fmla="*/ 1260110 h 2303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0025" h="2303638">
                <a:moveTo>
                  <a:pt x="19691" y="1260110"/>
                </a:moveTo>
                <a:lnTo>
                  <a:pt x="0" y="2303638"/>
                </a:lnTo>
                <a:lnTo>
                  <a:pt x="1910025" y="2303638"/>
                </a:lnTo>
                <a:lnTo>
                  <a:pt x="1910025" y="0"/>
                </a:lnTo>
                <a:lnTo>
                  <a:pt x="19691" y="1260110"/>
                </a:lnTo>
                <a:close/>
              </a:path>
            </a:pathLst>
          </a:cu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1">
                <a:solidFill>
                  <a:srgbClr val="000090"/>
                </a:solidFill>
                <a:latin typeface="Arial" pitchFamily="-65" charset="0"/>
              </a:rPr>
              <a:t>A</a:t>
            </a:r>
          </a:p>
        </p:txBody>
      </p:sp>
      <p:sp>
        <p:nvSpPr>
          <p:cNvPr id="24580" name="Title 1"/>
          <p:cNvSpPr>
            <a:spLocks noGrp="1"/>
          </p:cNvSpPr>
          <p:nvPr>
            <p:ph type="title"/>
          </p:nvPr>
        </p:nvSpPr>
        <p:spPr>
          <a:xfrm>
            <a:off x="1577975" y="359570"/>
            <a:ext cx="9905998" cy="1018454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tx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A Simple Model for TCP Throughput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  </a:t>
            </a:r>
          </a:p>
        </p:txBody>
      </p:sp>
      <p:sp>
        <p:nvSpPr>
          <p:cNvPr id="24582" name="Freeform 4"/>
          <p:cNvSpPr>
            <a:spLocks/>
          </p:cNvSpPr>
          <p:nvPr/>
        </p:nvSpPr>
        <p:spPr bwMode="auto">
          <a:xfrm>
            <a:off x="2368550" y="1722438"/>
            <a:ext cx="7842250" cy="3078162"/>
          </a:xfrm>
          <a:custGeom>
            <a:avLst/>
            <a:gdLst>
              <a:gd name="T0" fmla="*/ 0 w 4416"/>
              <a:gd name="T1" fmla="*/ 0 h 1968"/>
              <a:gd name="T2" fmla="*/ 0 w 4416"/>
              <a:gd name="T3" fmla="*/ 2147483647 h 1968"/>
              <a:gd name="T4" fmla="*/ 2147483647 w 4416"/>
              <a:gd name="T5" fmla="*/ 2147483647 h 1968"/>
              <a:gd name="T6" fmla="*/ 0 60000 65536"/>
              <a:gd name="T7" fmla="*/ 0 60000 65536"/>
              <a:gd name="T8" fmla="*/ 0 60000 65536"/>
              <a:gd name="T9" fmla="*/ 0 w 4416"/>
              <a:gd name="T10" fmla="*/ 0 h 1968"/>
              <a:gd name="T11" fmla="*/ 4416 w 4416"/>
              <a:gd name="T12" fmla="*/ 1968 h 19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416" h="1968">
                <a:moveTo>
                  <a:pt x="0" y="0"/>
                </a:moveTo>
                <a:lnTo>
                  <a:pt x="0" y="1968"/>
                </a:lnTo>
                <a:lnTo>
                  <a:pt x="4416" y="1968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b="1">
              <a:solidFill>
                <a:srgbClr val="000000"/>
              </a:solidFill>
              <a:latin typeface="Courier New" charset="0"/>
              <a:ea typeface="ＭＳ Ｐゴシック" charset="-128"/>
            </a:endParaRPr>
          </a:p>
        </p:txBody>
      </p:sp>
      <p:sp>
        <p:nvSpPr>
          <p:cNvPr id="24583" name="Line 12"/>
          <p:cNvSpPr>
            <a:spLocks noChangeShapeType="1"/>
          </p:cNvSpPr>
          <p:nvPr/>
        </p:nvSpPr>
        <p:spPr bwMode="auto">
          <a:xfrm>
            <a:off x="4187825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b="1">
              <a:solidFill>
                <a:srgbClr val="000000"/>
              </a:solidFill>
              <a:latin typeface="Courier New" charset="0"/>
              <a:ea typeface="ＭＳ Ｐゴシック" charset="-128"/>
            </a:endParaRPr>
          </a:p>
        </p:txBody>
      </p:sp>
      <p:sp>
        <p:nvSpPr>
          <p:cNvPr id="24584" name="Text Box 15"/>
          <p:cNvSpPr txBox="1">
            <a:spLocks noChangeArrowheads="1"/>
          </p:cNvSpPr>
          <p:nvPr/>
        </p:nvSpPr>
        <p:spPr bwMode="auto">
          <a:xfrm>
            <a:off x="3810001" y="1371600"/>
            <a:ext cx="7832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b="1">
                <a:solidFill>
                  <a:srgbClr val="000000"/>
                </a:solidFill>
              </a:rPr>
              <a:t>Loss</a:t>
            </a:r>
          </a:p>
        </p:txBody>
      </p:sp>
      <p:sp>
        <p:nvSpPr>
          <p:cNvPr id="24585" name="Freeform 15"/>
          <p:cNvSpPr>
            <a:spLocks/>
          </p:cNvSpPr>
          <p:nvPr/>
        </p:nvSpPr>
        <p:spPr bwMode="auto">
          <a:xfrm>
            <a:off x="2368550" y="2484438"/>
            <a:ext cx="1828800" cy="2316162"/>
          </a:xfrm>
          <a:custGeom>
            <a:avLst/>
            <a:gdLst>
              <a:gd name="T0" fmla="*/ 2147483647 w 1152"/>
              <a:gd name="T1" fmla="*/ 0 h 864"/>
              <a:gd name="T2" fmla="*/ 2147483647 w 1152"/>
              <a:gd name="T3" fmla="*/ 2147483647 h 864"/>
              <a:gd name="T4" fmla="*/ 2147483647 w 1152"/>
              <a:gd name="T5" fmla="*/ 2147483647 h 864"/>
              <a:gd name="T6" fmla="*/ 2147483647 w 1152"/>
              <a:gd name="T7" fmla="*/ 2147483647 h 864"/>
              <a:gd name="T8" fmla="*/ 0 w 1152"/>
              <a:gd name="T9" fmla="*/ 2147483647 h 86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52"/>
              <a:gd name="T16" fmla="*/ 0 h 864"/>
              <a:gd name="T17" fmla="*/ 1152 w 1152"/>
              <a:gd name="T18" fmla="*/ 864 h 86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52" h="864">
                <a:moveTo>
                  <a:pt x="1152" y="0"/>
                </a:moveTo>
                <a:cubicBezTo>
                  <a:pt x="1132" y="116"/>
                  <a:pt x="1112" y="232"/>
                  <a:pt x="1056" y="336"/>
                </a:cubicBezTo>
                <a:cubicBezTo>
                  <a:pt x="1000" y="440"/>
                  <a:pt x="928" y="544"/>
                  <a:pt x="816" y="624"/>
                </a:cubicBezTo>
                <a:cubicBezTo>
                  <a:pt x="704" y="704"/>
                  <a:pt x="520" y="776"/>
                  <a:pt x="384" y="816"/>
                </a:cubicBezTo>
                <a:cubicBezTo>
                  <a:pt x="248" y="856"/>
                  <a:pt x="124" y="860"/>
                  <a:pt x="0" y="864"/>
                </a:cubicBezTo>
              </a:path>
            </a:pathLst>
          </a:custGeom>
          <a:noFill/>
          <a:ln w="25400">
            <a:solidFill>
              <a:schemeClr val="accent5">
                <a:lumMod val="60000"/>
                <a:lumOff val="4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b="1">
              <a:solidFill>
                <a:srgbClr val="000000"/>
              </a:solidFill>
              <a:latin typeface="Courier New" charset="0"/>
              <a:ea typeface="ＭＳ Ｐゴシック" charset="-128"/>
            </a:endParaRPr>
          </a:p>
        </p:txBody>
      </p:sp>
      <p:sp>
        <p:nvSpPr>
          <p:cNvPr id="24586" name="Text Box 18"/>
          <p:cNvSpPr txBox="1">
            <a:spLocks noChangeArrowheads="1"/>
          </p:cNvSpPr>
          <p:nvPr/>
        </p:nvSpPr>
        <p:spPr bwMode="auto">
          <a:xfrm>
            <a:off x="9320740" y="4724400"/>
            <a:ext cx="63831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b="1" i="1">
                <a:solidFill>
                  <a:srgbClr val="000000"/>
                </a:solidFill>
                <a:latin typeface="Times New Roman" charset="0"/>
              </a:rPr>
              <a:t>time</a:t>
            </a:r>
          </a:p>
        </p:txBody>
      </p:sp>
      <p:sp>
        <p:nvSpPr>
          <p:cNvPr id="24587" name="Text Box 19"/>
          <p:cNvSpPr txBox="1">
            <a:spLocks noChangeArrowheads="1"/>
          </p:cNvSpPr>
          <p:nvPr/>
        </p:nvSpPr>
        <p:spPr bwMode="auto">
          <a:xfrm>
            <a:off x="1577975" y="1384300"/>
            <a:ext cx="7409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b="1" i="1">
                <a:solidFill>
                  <a:srgbClr val="000000"/>
                </a:solidFill>
                <a:latin typeface="Times New Roman" charset="0"/>
              </a:rPr>
              <a:t>cwnd</a:t>
            </a:r>
          </a:p>
        </p:txBody>
      </p:sp>
      <p:sp>
        <p:nvSpPr>
          <p:cNvPr id="24588" name="Freeform 34"/>
          <p:cNvSpPr>
            <a:spLocks noChangeArrowheads="1"/>
          </p:cNvSpPr>
          <p:nvPr/>
        </p:nvSpPr>
        <p:spPr bwMode="auto">
          <a:xfrm>
            <a:off x="4187826" y="2484438"/>
            <a:ext cx="1914525" cy="1270000"/>
          </a:xfrm>
          <a:custGeom>
            <a:avLst/>
            <a:gdLst>
              <a:gd name="T0" fmla="*/ 0 w 1914577"/>
              <a:gd name="T1" fmla="*/ 18960 h 1269957"/>
              <a:gd name="T2" fmla="*/ 18951 w 1914577"/>
              <a:gd name="T3" fmla="*/ 1270172 h 1269957"/>
              <a:gd name="T4" fmla="*/ 1914317 w 1914577"/>
              <a:gd name="T5" fmla="*/ 0 h 1269957"/>
              <a:gd name="T6" fmla="*/ 0 60000 65536"/>
              <a:gd name="T7" fmla="*/ 0 60000 65536"/>
              <a:gd name="T8" fmla="*/ 0 60000 65536"/>
              <a:gd name="T9" fmla="*/ 0 w 1914577"/>
              <a:gd name="T10" fmla="*/ 0 h 1269957"/>
              <a:gd name="T11" fmla="*/ 1914577 w 1914577"/>
              <a:gd name="T12" fmla="*/ 1269957 h 12699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14577" h="1269957">
                <a:moveTo>
                  <a:pt x="0" y="18955"/>
                </a:moveTo>
                <a:lnTo>
                  <a:pt x="18956" y="1269957"/>
                </a:lnTo>
                <a:lnTo>
                  <a:pt x="1914577" y="0"/>
                </a:lnTo>
              </a:path>
            </a:pathLst>
          </a:custGeom>
          <a:noFill/>
          <a:ln w="25400">
            <a:solidFill>
              <a:schemeClr val="accent5">
                <a:lumMod val="60000"/>
                <a:lumOff val="4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b="1">
              <a:solidFill>
                <a:srgbClr val="000000"/>
              </a:solidFill>
              <a:latin typeface="Courier New" charset="0"/>
              <a:ea typeface="ＭＳ Ｐゴシック" charset="-128"/>
            </a:endParaRPr>
          </a:p>
        </p:txBody>
      </p:sp>
      <p:sp>
        <p:nvSpPr>
          <p:cNvPr id="24589" name="Freeform 35"/>
          <p:cNvSpPr>
            <a:spLocks noChangeArrowheads="1"/>
          </p:cNvSpPr>
          <p:nvPr/>
        </p:nvSpPr>
        <p:spPr bwMode="auto">
          <a:xfrm>
            <a:off x="6102351" y="2484438"/>
            <a:ext cx="1914525" cy="1270000"/>
          </a:xfrm>
          <a:custGeom>
            <a:avLst/>
            <a:gdLst>
              <a:gd name="T0" fmla="*/ 0 w 1914577"/>
              <a:gd name="T1" fmla="*/ 18960 h 1269957"/>
              <a:gd name="T2" fmla="*/ 18951 w 1914577"/>
              <a:gd name="T3" fmla="*/ 1270172 h 1269957"/>
              <a:gd name="T4" fmla="*/ 1914317 w 1914577"/>
              <a:gd name="T5" fmla="*/ 0 h 1269957"/>
              <a:gd name="T6" fmla="*/ 0 60000 65536"/>
              <a:gd name="T7" fmla="*/ 0 60000 65536"/>
              <a:gd name="T8" fmla="*/ 0 60000 65536"/>
              <a:gd name="T9" fmla="*/ 0 w 1914577"/>
              <a:gd name="T10" fmla="*/ 0 h 1269957"/>
              <a:gd name="T11" fmla="*/ 1914577 w 1914577"/>
              <a:gd name="T12" fmla="*/ 1269957 h 12699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14577" h="1269957">
                <a:moveTo>
                  <a:pt x="0" y="18955"/>
                </a:moveTo>
                <a:lnTo>
                  <a:pt x="18956" y="1269957"/>
                </a:lnTo>
                <a:lnTo>
                  <a:pt x="1914577" y="0"/>
                </a:lnTo>
              </a:path>
            </a:pathLst>
          </a:custGeom>
          <a:noFill/>
          <a:ln w="25400">
            <a:solidFill>
              <a:schemeClr val="accent5">
                <a:lumMod val="60000"/>
                <a:lumOff val="4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b="1">
              <a:solidFill>
                <a:srgbClr val="000000"/>
              </a:solidFill>
              <a:latin typeface="Courier New" charset="0"/>
              <a:ea typeface="ＭＳ Ｐゴシック" charset="-128"/>
            </a:endParaRPr>
          </a:p>
        </p:txBody>
      </p:sp>
      <p:sp>
        <p:nvSpPr>
          <p:cNvPr id="24590" name="Freeform 36"/>
          <p:cNvSpPr>
            <a:spLocks noChangeArrowheads="1"/>
          </p:cNvSpPr>
          <p:nvPr/>
        </p:nvSpPr>
        <p:spPr bwMode="auto">
          <a:xfrm>
            <a:off x="8016876" y="2484438"/>
            <a:ext cx="1914525" cy="1270000"/>
          </a:xfrm>
          <a:custGeom>
            <a:avLst/>
            <a:gdLst>
              <a:gd name="T0" fmla="*/ 0 w 1914577"/>
              <a:gd name="T1" fmla="*/ 18960 h 1269957"/>
              <a:gd name="T2" fmla="*/ 18951 w 1914577"/>
              <a:gd name="T3" fmla="*/ 1270172 h 1269957"/>
              <a:gd name="T4" fmla="*/ 1914317 w 1914577"/>
              <a:gd name="T5" fmla="*/ 0 h 1269957"/>
              <a:gd name="T6" fmla="*/ 0 60000 65536"/>
              <a:gd name="T7" fmla="*/ 0 60000 65536"/>
              <a:gd name="T8" fmla="*/ 0 60000 65536"/>
              <a:gd name="T9" fmla="*/ 0 w 1914577"/>
              <a:gd name="T10" fmla="*/ 0 h 1269957"/>
              <a:gd name="T11" fmla="*/ 1914577 w 1914577"/>
              <a:gd name="T12" fmla="*/ 1269957 h 12699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14577" h="1269957">
                <a:moveTo>
                  <a:pt x="0" y="18955"/>
                </a:moveTo>
                <a:lnTo>
                  <a:pt x="18956" y="1269957"/>
                </a:lnTo>
                <a:lnTo>
                  <a:pt x="1914577" y="0"/>
                </a:lnTo>
              </a:path>
            </a:pathLst>
          </a:custGeom>
          <a:noFill/>
          <a:ln w="25400">
            <a:solidFill>
              <a:schemeClr val="accent5">
                <a:lumMod val="60000"/>
                <a:lumOff val="4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b="1">
              <a:solidFill>
                <a:srgbClr val="000000"/>
              </a:solidFill>
              <a:latin typeface="Courier New" charset="0"/>
              <a:ea typeface="ＭＳ Ｐゴシック" charset="-128"/>
            </a:endParaRPr>
          </a:p>
        </p:txBody>
      </p:sp>
      <p:sp>
        <p:nvSpPr>
          <p:cNvPr id="24591" name="Line 12"/>
          <p:cNvSpPr>
            <a:spLocks noChangeShapeType="1"/>
          </p:cNvSpPr>
          <p:nvPr/>
        </p:nvSpPr>
        <p:spPr bwMode="auto">
          <a:xfrm>
            <a:off x="6096000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b="1">
              <a:solidFill>
                <a:srgbClr val="000000"/>
              </a:solidFill>
              <a:latin typeface="Courier New" charset="0"/>
              <a:ea typeface="ＭＳ Ｐゴシック" charset="-128"/>
            </a:endParaRPr>
          </a:p>
        </p:txBody>
      </p:sp>
      <p:sp>
        <p:nvSpPr>
          <p:cNvPr id="24592" name="Line 12"/>
          <p:cNvSpPr>
            <a:spLocks noChangeShapeType="1"/>
          </p:cNvSpPr>
          <p:nvPr/>
        </p:nvSpPr>
        <p:spPr bwMode="auto">
          <a:xfrm>
            <a:off x="8004175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b="1">
              <a:solidFill>
                <a:srgbClr val="000000"/>
              </a:solidFill>
              <a:latin typeface="Courier New" charset="0"/>
              <a:ea typeface="ＭＳ Ｐゴシック" charset="-128"/>
            </a:endParaRPr>
          </a:p>
        </p:txBody>
      </p:sp>
      <p:sp>
        <p:nvSpPr>
          <p:cNvPr id="24593" name="Line 12"/>
          <p:cNvSpPr>
            <a:spLocks noChangeShapeType="1"/>
          </p:cNvSpPr>
          <p:nvPr/>
        </p:nvSpPr>
        <p:spPr bwMode="auto">
          <a:xfrm>
            <a:off x="9913938" y="17526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b="1">
              <a:solidFill>
                <a:srgbClr val="000000"/>
              </a:solidFill>
              <a:latin typeface="Courier New" charset="0"/>
              <a:ea typeface="ＭＳ Ｐゴシック" charset="-128"/>
            </a:endParaRPr>
          </a:p>
        </p:txBody>
      </p:sp>
      <p:cxnSp>
        <p:nvCxnSpPr>
          <p:cNvPr id="24594" name="Straight Connector 41"/>
          <p:cNvCxnSpPr>
            <a:cxnSpLocks noChangeShapeType="1"/>
            <a:endCxn id="24590" idx="2"/>
          </p:cNvCxnSpPr>
          <p:nvPr/>
        </p:nvCxnSpPr>
        <p:spPr bwMode="auto">
          <a:xfrm>
            <a:off x="2387600" y="2484438"/>
            <a:ext cx="7543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4595" name="Straight Connector 42"/>
          <p:cNvCxnSpPr>
            <a:cxnSpLocks noChangeShapeType="1"/>
          </p:cNvCxnSpPr>
          <p:nvPr/>
        </p:nvCxnSpPr>
        <p:spPr bwMode="auto">
          <a:xfrm>
            <a:off x="2390776" y="3733800"/>
            <a:ext cx="7523163" cy="1588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4596" name="Straight Connector 46"/>
          <p:cNvCxnSpPr>
            <a:cxnSpLocks noChangeShapeType="1"/>
            <a:stCxn id="24588" idx="1"/>
          </p:cNvCxnSpPr>
          <p:nvPr/>
        </p:nvCxnSpPr>
        <p:spPr bwMode="auto">
          <a:xfrm flipH="1">
            <a:off x="4187825" y="3754438"/>
            <a:ext cx="19050" cy="1046162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cxnSp>
        <p:nvCxnSpPr>
          <p:cNvPr id="24597" name="Straight Connector 49"/>
          <p:cNvCxnSpPr>
            <a:cxnSpLocks noChangeShapeType="1"/>
          </p:cNvCxnSpPr>
          <p:nvPr/>
        </p:nvCxnSpPr>
        <p:spPr bwMode="auto">
          <a:xfrm flipH="1">
            <a:off x="6096000" y="3775076"/>
            <a:ext cx="19050" cy="1046163"/>
          </a:xfrm>
          <a:prstGeom prst="line">
            <a:avLst/>
          </a:prstGeom>
          <a:noFill/>
          <a:ln w="9525">
            <a:solidFill>
              <a:schemeClr val="tx1"/>
            </a:solidFill>
            <a:prstDash val="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</p:cxnSp>
      <p:graphicFrame>
        <p:nvGraphicFramePr>
          <p:cNvPr id="24599" name="Object 2"/>
          <p:cNvGraphicFramePr>
            <a:graphicFrameLocks noChangeAspect="1"/>
          </p:cNvGraphicFramePr>
          <p:nvPr/>
        </p:nvGraphicFramePr>
        <p:xfrm>
          <a:off x="1741489" y="2311401"/>
          <a:ext cx="479425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7362" imgH="228501" progId="Equation.3">
                  <p:embed/>
                </p:oleObj>
              </mc:Choice>
              <mc:Fallback>
                <p:oleObj name="Equation" r:id="rId2" imgW="317362" imgH="228501" progId="Equation.3">
                  <p:embed/>
                  <p:pic>
                    <p:nvPicPr>
                      <p:cNvPr id="2459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1489" y="2311401"/>
                        <a:ext cx="479425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0" name="Object 3"/>
          <p:cNvGraphicFramePr>
            <a:graphicFrameLocks noChangeAspect="1"/>
          </p:cNvGraphicFramePr>
          <p:nvPr/>
        </p:nvGraphicFramePr>
        <p:xfrm>
          <a:off x="1741489" y="3468688"/>
          <a:ext cx="4794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5292" imgH="393359" progId="Equation.3">
                  <p:embed/>
                </p:oleObj>
              </mc:Choice>
              <mc:Fallback>
                <p:oleObj name="Equation" r:id="rId4" imgW="355292" imgH="393359" progId="Equation.3">
                  <p:embed/>
                  <p:pic>
                    <p:nvPicPr>
                      <p:cNvPr id="2460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1489" y="3468688"/>
                        <a:ext cx="47942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xmlns="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Group 24"/>
          <p:cNvGrpSpPr/>
          <p:nvPr/>
        </p:nvGrpSpPr>
        <p:grpSpPr>
          <a:xfrm>
            <a:off x="4191000" y="2133600"/>
            <a:ext cx="6172200" cy="2057400"/>
            <a:chOff x="2667000" y="2133600"/>
            <a:chExt cx="6172200" cy="2057400"/>
          </a:xfrm>
        </p:grpSpPr>
        <p:sp>
          <p:nvSpPr>
            <p:cNvPr id="26" name="Rounded Rectangular Callout 25"/>
            <p:cNvSpPr/>
            <p:nvPr/>
          </p:nvSpPr>
          <p:spPr bwMode="auto">
            <a:xfrm>
              <a:off x="5638800" y="2133600"/>
              <a:ext cx="3200400" cy="457200"/>
            </a:xfrm>
            <a:prstGeom prst="wedgeRoundRectCallout">
              <a:avLst>
                <a:gd name="adj1" fmla="val -97801"/>
                <a:gd name="adj2" fmla="val 403124"/>
                <a:gd name="adj3" fmla="val 16667"/>
              </a:avLst>
            </a:prstGeom>
            <a:solidFill>
              <a:srgbClr val="EBEFC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r" fontAlgn="base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srgbClr val="000000"/>
                </a:solidFill>
                <a:latin typeface="Courier New" charset="0"/>
                <a:ea typeface="ＭＳ Ｐゴシック" charset="-128"/>
              </a:endParaRPr>
            </a:p>
          </p:txBody>
        </p:sp>
        <p:cxnSp>
          <p:nvCxnSpPr>
            <p:cNvPr id="27" name="Straight Arrow Connector 26"/>
            <p:cNvCxnSpPr/>
            <p:nvPr/>
          </p:nvCxnSpPr>
          <p:spPr bwMode="auto">
            <a:xfrm>
              <a:off x="2667000" y="4191000"/>
              <a:ext cx="1905000" cy="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28" name="TextBox 27"/>
            <p:cNvSpPr txBox="1"/>
            <p:nvPr/>
          </p:nvSpPr>
          <p:spPr>
            <a:xfrm>
              <a:off x="5525460" y="2133600"/>
              <a:ext cx="312527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>
                  <a:solidFill>
                    <a:srgbClr val="000000"/>
                  </a:solidFill>
                  <a:latin typeface="Arial"/>
                  <a:ea typeface="ＭＳ Ｐゴシック" charset="-128"/>
                </a:rPr>
                <a:t>½ </a:t>
              </a:r>
              <a:r>
                <a:rPr lang="en-US" err="1">
                  <a:solidFill>
                    <a:srgbClr val="000000"/>
                  </a:solidFill>
                  <a:latin typeface="Arial"/>
                  <a:ea typeface="ＭＳ Ｐゴシック" charset="-128"/>
                </a:rPr>
                <a:t>W</a:t>
              </a:r>
              <a:r>
                <a:rPr lang="en-US" baseline="-25000" err="1">
                  <a:solidFill>
                    <a:srgbClr val="000000"/>
                  </a:solidFill>
                  <a:latin typeface="Arial"/>
                  <a:ea typeface="ＭＳ Ｐゴシック" charset="-128"/>
                </a:rPr>
                <a:t>max</a:t>
              </a:r>
              <a:r>
                <a:rPr lang="en-US">
                  <a:solidFill>
                    <a:srgbClr val="000000"/>
                  </a:solidFill>
                  <a:latin typeface="Arial"/>
                  <a:ea typeface="ＭＳ Ｐゴシック" charset="-128"/>
                </a:rPr>
                <a:t> RTTs between drops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>
                  <a:solidFill>
                    <a:srgbClr val="000000"/>
                  </a:solidFill>
                  <a:latin typeface="Arial"/>
                  <a:ea typeface="ＭＳ Ｐゴシック" charset="-128"/>
                </a:rPr>
                <a:t> 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1676400" y="2743200"/>
            <a:ext cx="3505200" cy="2057400"/>
            <a:chOff x="152400" y="2743200"/>
            <a:chExt cx="3505200" cy="2057400"/>
          </a:xfrm>
        </p:grpSpPr>
        <p:sp>
          <p:nvSpPr>
            <p:cNvPr id="30" name="Rounded Rectangular Callout 29"/>
            <p:cNvSpPr/>
            <p:nvPr/>
          </p:nvSpPr>
          <p:spPr bwMode="auto">
            <a:xfrm>
              <a:off x="228600" y="2743200"/>
              <a:ext cx="3200400" cy="457200"/>
            </a:xfrm>
            <a:prstGeom prst="wedgeRoundRectCallout">
              <a:avLst>
                <a:gd name="adj1" fmla="val 55427"/>
                <a:gd name="adj2" fmla="val 214009"/>
                <a:gd name="adj3" fmla="val 16667"/>
              </a:avLst>
            </a:prstGeom>
            <a:solidFill>
              <a:srgbClr val="EBEFC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r" fontAlgn="base">
                <a:spcBef>
                  <a:spcPct val="0"/>
                </a:spcBef>
                <a:spcAft>
                  <a:spcPct val="0"/>
                </a:spcAft>
              </a:pPr>
              <a:endParaRPr lang="en-US" sz="2000" b="1">
                <a:solidFill>
                  <a:srgbClr val="000000"/>
                </a:solidFill>
                <a:latin typeface="Courier New" charset="0"/>
                <a:ea typeface="ＭＳ Ｐゴシック" charset="-128"/>
              </a:endParaRPr>
            </a:p>
          </p:txBody>
        </p:sp>
        <p:cxnSp>
          <p:nvCxnSpPr>
            <p:cNvPr id="31" name="Straight Arrow Connector 30"/>
            <p:cNvCxnSpPr/>
            <p:nvPr/>
          </p:nvCxnSpPr>
          <p:spPr bwMode="auto">
            <a:xfrm>
              <a:off x="3657600" y="3124200"/>
              <a:ext cx="0" cy="1676400"/>
            </a:xfrm>
            <a:prstGeom prst="straightConnector1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32" name="TextBox 31"/>
            <p:cNvSpPr txBox="1"/>
            <p:nvPr/>
          </p:nvSpPr>
          <p:spPr>
            <a:xfrm>
              <a:off x="152400" y="2743200"/>
              <a:ext cx="33404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>
                  <a:solidFill>
                    <a:srgbClr val="000000"/>
                  </a:solidFill>
                  <a:latin typeface="Arial"/>
                  <a:ea typeface="ＭＳ Ｐゴシック" charset="-128"/>
                </a:rPr>
                <a:t>Avg. ¾ </a:t>
              </a:r>
              <a:r>
                <a:rPr lang="en-US" err="1">
                  <a:solidFill>
                    <a:srgbClr val="000000"/>
                  </a:solidFill>
                  <a:latin typeface="Arial"/>
                  <a:ea typeface="ＭＳ Ｐゴシック" charset="-128"/>
                </a:rPr>
                <a:t>W</a:t>
              </a:r>
              <a:r>
                <a:rPr lang="en-US" baseline="-25000" err="1">
                  <a:solidFill>
                    <a:srgbClr val="000000"/>
                  </a:solidFill>
                  <a:latin typeface="Arial"/>
                  <a:ea typeface="ＭＳ Ｐゴシック" charset="-128"/>
                </a:rPr>
                <a:t>max</a:t>
              </a:r>
              <a:r>
                <a:rPr lang="en-US">
                  <a:solidFill>
                    <a:srgbClr val="000000"/>
                  </a:solidFill>
                  <a:latin typeface="Arial"/>
                  <a:ea typeface="ＭＳ Ｐゴシック" charset="-128"/>
                </a:rPr>
                <a:t> packets per RTTs</a:t>
              </a: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8C7C5B8F-1A43-4CAD-421E-C1E3B1A339B1}"/>
              </a:ext>
            </a:extLst>
          </p:cNvPr>
          <p:cNvSpPr txBox="1"/>
          <p:nvPr/>
        </p:nvSpPr>
        <p:spPr>
          <a:xfrm>
            <a:off x="4537930" y="4997552"/>
            <a:ext cx="1287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ea typeface="ＭＳ Ｐゴシック" charset="-128"/>
              </a:rPr>
              <a:t>A=(3/8)</a:t>
            </a:r>
            <a:r>
              <a:rPr lang="en-US" b="0" strike="noStrike" spc="-1">
                <a:ea typeface="ＭＳ Ｐゴシック"/>
              </a:rPr>
              <a:t>W</a:t>
            </a:r>
            <a:r>
              <a:rPr lang="en-US" b="0" strike="noStrike" spc="-1" baseline="30000">
                <a:ea typeface="ＭＳ Ｐゴシック"/>
              </a:rPr>
              <a:t>2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9859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2823F-5497-8783-9080-AE7049C449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54587" y="2617915"/>
            <a:ext cx="4583370" cy="1622169"/>
          </a:xfrm>
        </p:spPr>
        <p:txBody>
          <a:bodyPr/>
          <a:lstStyle/>
          <a:p>
            <a:r>
              <a:rPr lang="en-US" b="1">
                <a:solidFill>
                  <a:schemeClr val="tx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             </a:t>
            </a:r>
            <a:r>
              <a:rPr lang="en-US" sz="5400" b="1">
                <a:solidFill>
                  <a:schemeClr val="tx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OtheR </a:t>
            </a:r>
            <a:br>
              <a:rPr lang="en-US" sz="5400" b="1">
                <a:solidFill>
                  <a:schemeClr val="tx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5400" b="1">
                <a:ea typeface="Calibri Light" panose="020F0302020204030204" pitchFamily="34" charset="0"/>
                <a:cs typeface="Calibri Light" panose="020F0302020204030204" pitchFamily="34" charset="0"/>
              </a:rPr>
              <a:t>alternatives </a:t>
            </a:r>
          </a:p>
        </p:txBody>
      </p:sp>
    </p:spTree>
    <p:extLst>
      <p:ext uri="{BB962C8B-B14F-4D97-AF65-F5344CB8AC3E}">
        <p14:creationId xmlns:p14="http://schemas.microsoft.com/office/powerpoint/2010/main" val="285488135"/>
      </p:ext>
    </p:extLst>
  </p:cSld>
  <p:clrMapOvr>
    <a:masterClrMapping/>
  </p:clrMapOvr>
  <p:transition spd="slow">
    <p:wip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D4794-C21F-2C2C-CF0C-AD399AD08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b="1">
                <a:solidFill>
                  <a:schemeClr val="tx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Control System Model</a:t>
            </a:r>
            <a:endParaRPr lang="en-IN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D60457-A657-A28C-4641-B17D87B3D8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1412" y="2249487"/>
                <a:ext cx="4669453" cy="3541714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  <a:buClr>
                    <a:schemeClr val="tx1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rgbClr val="FFCC9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FFCC99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i="1" smtClean="0">
                            <a:solidFill>
                              <a:srgbClr val="FFCC99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 smtClean="0">
                            <a:solidFill>
                              <a:srgbClr val="FFCC99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 smtClean="0">
                        <a:solidFill>
                          <a:srgbClr val="FFCC99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i="1" smtClean="0">
                            <a:solidFill>
                              <a:srgbClr val="FFCC9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smtClean="0">
                            <a:solidFill>
                              <a:srgbClr val="FFCC99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 smtClean="0">
                            <a:solidFill>
                              <a:srgbClr val="FFCC99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 smtClean="0">
                        <a:solidFill>
                          <a:srgbClr val="FFCC99"/>
                        </a:solidFill>
                        <a:latin typeface="Cambria Math" panose="02040503050406030204" pitchFamily="18" charset="0"/>
                      </a:rPr>
                      <m:t>…=</m:t>
                    </m:r>
                    <m:sSub>
                      <m:sSubPr>
                        <m:ctrlPr>
                          <a:rPr lang="en-US" sz="2800" i="1" smtClean="0">
                            <a:solidFill>
                              <a:srgbClr val="FFCC9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smtClean="0">
                            <a:solidFill>
                              <a:srgbClr val="FFCC99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i="1" smtClean="0">
                            <a:solidFill>
                              <a:srgbClr val="FFCC99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(Fairness)</a:t>
                </a:r>
              </a:p>
              <a:p>
                <a:pPr marL="457200" indent="-457200">
                  <a:lnSpc>
                    <a:spcPct val="150000"/>
                  </a:lnSpc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rgbClr val="FFCC9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smtClean="0">
                            <a:solidFill>
                              <a:srgbClr val="FFCC99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800" i="1" smtClean="0">
                            <a:solidFill>
                              <a:srgbClr val="FFCC99"/>
                            </a:solidFill>
                            <a:latin typeface="Cambria Math" panose="02040503050406030204" pitchFamily="18" charset="0"/>
                          </a:rPr>
                          <m:t>𝑔𝑜𝑎𝑙</m:t>
                        </m:r>
                      </m:sub>
                    </m:sSub>
                  </m:oMath>
                </a14:m>
                <a:r>
                  <a:rPr lang="en-US" sz="2800">
                    <a:solidFill>
                      <a:srgbClr val="FFCC9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 </a:t>
                </a:r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(Efficient)</a:t>
                </a:r>
              </a:p>
              <a:p>
                <a:pPr marL="457200" indent="-457200">
                  <a:lnSpc>
                    <a:spcPct val="150000"/>
                  </a:lnSpc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 smtClean="0">
                            <a:solidFill>
                              <a:srgbClr val="FFCC9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solidFill>
                              <a:srgbClr val="FFCC99"/>
                            </a:solidFill>
                            <a:latin typeface="Cambria Math" panose="02040503050406030204" pitchFamily="18" charset="0"/>
                          </a:rPr>
                          <m:t>𝛴</m:t>
                        </m:r>
                      </m:e>
                      <m:sub>
                        <m:sSub>
                          <m:sSubPr>
                            <m:ctrlPr>
                              <a:rPr lang="en-US" sz="2800" i="1" dirty="0" smtClean="0">
                                <a:solidFill>
                                  <a:srgbClr val="FFCC9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 dirty="0" smtClean="0">
                                <a:solidFill>
                                  <a:srgbClr val="FFCC99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acc>
                              <m:accPr>
                                <m:chr m:val="̇"/>
                                <m:ctrlPr>
                                  <a:rPr lang="en-US" sz="2800" i="1" dirty="0" smtClean="0">
                                    <a:solidFill>
                                      <a:srgbClr val="FFCC99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800" i="1" dirty="0" smtClean="0">
                                    <a:solidFill>
                                      <a:srgbClr val="FFCC99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acc>
                          </m:sub>
                        </m:sSub>
                      </m:sub>
                    </m:sSub>
                  </m:oMath>
                </a14:m>
                <a:r>
                  <a:rPr lang="en-US" sz="2800">
                    <a:solidFill>
                      <a:srgbClr val="FFCC99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&gt;</a:t>
                </a:r>
                <a:r>
                  <a:rPr lang="en-US" sz="2800">
                    <a:solidFill>
                      <a:srgbClr val="FFCC99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FFCC99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FFCC99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800" i="1">
                            <a:solidFill>
                              <a:srgbClr val="FFCC99"/>
                            </a:solidFill>
                            <a:latin typeface="Cambria Math" panose="02040503050406030204" pitchFamily="18" charset="0"/>
                          </a:rPr>
                          <m:t>𝑔𝑜𝑎𝑙</m:t>
                        </m:r>
                      </m:sub>
                    </m:sSub>
                  </m:oMath>
                </a14:m>
                <a:r>
                  <a:rPr lang="en-US" sz="28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(Congestion)</a:t>
                </a:r>
              </a:p>
              <a:p>
                <a:endParaRPr lang="en-IN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D60457-A657-A28C-4641-B17D87B3D8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1412" y="2249487"/>
                <a:ext cx="4669453" cy="3541714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37AE416-D158-624B-0EAA-ACDB6CC82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9822" y="2097088"/>
            <a:ext cx="5397589" cy="272411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43605584"/>
      </p:ext>
    </p:extLst>
  </p:cSld>
  <p:clrMapOvr>
    <a:masterClrMapping/>
  </p:clrMapOvr>
  <p:transition spd="med">
    <p:pull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EABCF-5AF0-9E5F-83C7-DEE08B07F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3012" y="343268"/>
            <a:ext cx="6774425" cy="868362"/>
          </a:xfrm>
        </p:spPr>
        <p:txBody>
          <a:bodyPr>
            <a:normAutofit/>
          </a:bodyPr>
          <a:lstStyle/>
          <a:p>
            <a:r>
              <a:rPr lang="en-US" sz="4400" b="1">
                <a:solidFill>
                  <a:schemeClr val="tx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Four alternatives</a:t>
            </a:r>
            <a:endParaRPr lang="en-IN" sz="44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D93D2-12AE-E5B1-0ADF-EE01AD59F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3012" y="2422217"/>
            <a:ext cx="9631566" cy="3998912"/>
          </a:xfrm>
        </p:spPr>
        <p:txBody>
          <a:bodyPr>
            <a:normAutofit/>
          </a:bodyPr>
          <a:lstStyle/>
          <a:p>
            <a:pPr marL="343260" indent="-342900">
              <a:spcBef>
                <a:spcPts val="561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b="1" strike="noStrike" spc="-1">
                <a:ea typeface="Calibri" panose="020F0502020204030204" pitchFamily="34" charset="0"/>
                <a:cs typeface="Calibri" panose="020F0502020204030204" pitchFamily="34" charset="0"/>
              </a:rPr>
              <a:t>MIAD: </a:t>
            </a:r>
            <a:r>
              <a:rPr lang="en-US" b="0" strike="noStrike" spc="-1">
                <a:ea typeface="Calibri" panose="020F0502020204030204" pitchFamily="34" charset="0"/>
                <a:cs typeface="Calibri" panose="020F0502020204030204" pitchFamily="34" charset="0"/>
              </a:rPr>
              <a:t>Multiplicative increase, Additive decrease</a:t>
            </a:r>
          </a:p>
          <a:p>
            <a:pPr marL="914760" lvl="1" indent="-457200">
              <a:lnSpc>
                <a:spcPct val="100000"/>
              </a:lnSpc>
              <a:spcBef>
                <a:spcPts val="561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en-US" sz="26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altLang="en-US" sz="2600" baseline="-250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en-US" sz="26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=0, b</a:t>
            </a:r>
            <a:r>
              <a:rPr lang="en-US" altLang="en-US" sz="2600" baseline="-250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en-US" sz="26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&gt;1, a</a:t>
            </a:r>
            <a:r>
              <a:rPr lang="en-US" altLang="en-US" sz="2600" baseline="-250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altLang="en-US" sz="26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&lt;0, b</a:t>
            </a:r>
            <a:r>
              <a:rPr lang="en-US" altLang="en-US" sz="2600" baseline="-250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altLang="en-US" sz="26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=1</a:t>
            </a:r>
            <a:endParaRPr lang="en-US" sz="2600" b="1" strike="noStrike" spc="-1">
              <a:solidFill>
                <a:srgbClr val="FFFFCC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3260" indent="-342900">
              <a:lnSpc>
                <a:spcPct val="100000"/>
              </a:lnSpc>
              <a:spcBef>
                <a:spcPts val="561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b="1" strike="noStrike" spc="-1">
                <a:ea typeface="Calibri" panose="020F0502020204030204" pitchFamily="34" charset="0"/>
                <a:cs typeface="Calibri" panose="020F0502020204030204" pitchFamily="34" charset="0"/>
              </a:rPr>
              <a:t>AIAD: </a:t>
            </a:r>
            <a:r>
              <a:rPr lang="en-US" b="0" strike="noStrike" spc="-1">
                <a:ea typeface="Calibri" panose="020F0502020204030204" pitchFamily="34" charset="0"/>
                <a:cs typeface="Calibri" panose="020F0502020204030204" pitchFamily="34" charset="0"/>
              </a:rPr>
              <a:t>Additive increase, Additive decrease</a:t>
            </a:r>
          </a:p>
          <a:p>
            <a:pPr marL="914760" lvl="1" indent="-457200">
              <a:lnSpc>
                <a:spcPct val="100000"/>
              </a:lnSpc>
              <a:spcBef>
                <a:spcPts val="561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en-US" sz="26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altLang="en-US" sz="2600" baseline="-250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en-US" sz="26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&gt;0, b</a:t>
            </a:r>
            <a:r>
              <a:rPr lang="en-US" altLang="en-US" sz="2600" baseline="-250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en-US" sz="26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=1, a</a:t>
            </a:r>
            <a:r>
              <a:rPr lang="en-US" altLang="en-US" sz="2600" baseline="-250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altLang="en-US" sz="26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&lt;0, b</a:t>
            </a:r>
            <a:r>
              <a:rPr lang="en-US" altLang="en-US" sz="2600" baseline="-250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altLang="en-US" sz="26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=1</a:t>
            </a:r>
            <a:endParaRPr lang="en-US" sz="2600" b="0" strike="noStrike" spc="-1">
              <a:solidFill>
                <a:srgbClr val="FFFFCC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560" indent="-457200">
              <a:lnSpc>
                <a:spcPct val="100000"/>
              </a:lnSpc>
              <a:spcBef>
                <a:spcPts val="561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b="1" strike="noStrike" spc="-1">
                <a:ea typeface="Calibri" panose="020F0502020204030204" pitchFamily="34" charset="0"/>
                <a:cs typeface="Calibri" panose="020F0502020204030204" pitchFamily="34" charset="0"/>
              </a:rPr>
              <a:t>MIMD: </a:t>
            </a:r>
            <a:r>
              <a:rPr lang="en-US" b="0" strike="noStrike" spc="-1">
                <a:ea typeface="Calibri" panose="020F0502020204030204" pitchFamily="34" charset="0"/>
                <a:cs typeface="Calibri" panose="020F0502020204030204" pitchFamily="34" charset="0"/>
              </a:rPr>
              <a:t>Multiplicative increase and Multiplicative decrease</a:t>
            </a:r>
          </a:p>
          <a:p>
            <a:pPr marL="914760" lvl="1" indent="-457200">
              <a:lnSpc>
                <a:spcPct val="100000"/>
              </a:lnSpc>
              <a:spcBef>
                <a:spcPts val="561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en-US" sz="26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altLang="en-US" sz="2600" baseline="-250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en-US" sz="26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=0, b</a:t>
            </a:r>
            <a:r>
              <a:rPr lang="en-US" altLang="en-US" sz="2600" baseline="-250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en-US" sz="26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&gt;1, a</a:t>
            </a:r>
            <a:r>
              <a:rPr lang="en-US" altLang="en-US" sz="2600" baseline="-250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altLang="en-US" sz="26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=0, 0&lt; b</a:t>
            </a:r>
            <a:r>
              <a:rPr lang="en-US" altLang="en-US" sz="2600" baseline="-250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altLang="en-US" sz="26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&lt;1</a:t>
            </a:r>
            <a:endParaRPr lang="en-US" sz="2600" b="1" strike="noStrike" spc="-1">
              <a:solidFill>
                <a:srgbClr val="FFFFCC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560" indent="-457200">
              <a:lnSpc>
                <a:spcPct val="100000"/>
              </a:lnSpc>
              <a:spcBef>
                <a:spcPts val="561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b="1" strike="noStrike" spc="-1">
                <a:ea typeface="Calibri" panose="020F0502020204030204" pitchFamily="34" charset="0"/>
                <a:cs typeface="Calibri" panose="020F0502020204030204" pitchFamily="34" charset="0"/>
              </a:rPr>
              <a:t>AIMD: </a:t>
            </a:r>
            <a:r>
              <a:rPr lang="en-US" b="0" strike="noStrike" spc="-1">
                <a:ea typeface="Calibri" panose="020F0502020204030204" pitchFamily="34" charset="0"/>
                <a:cs typeface="Calibri" panose="020F0502020204030204" pitchFamily="34" charset="0"/>
              </a:rPr>
              <a:t>Additive increase, Multiplicative decrease</a:t>
            </a:r>
          </a:p>
          <a:p>
            <a:pPr marL="914760" lvl="1" indent="-457200">
              <a:lnSpc>
                <a:spcPct val="100000"/>
              </a:lnSpc>
              <a:spcBef>
                <a:spcPts val="561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en-US" sz="26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altLang="en-US" sz="2600" baseline="-250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en-US" sz="26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&gt;0, b</a:t>
            </a:r>
            <a:r>
              <a:rPr lang="en-US" altLang="en-US" sz="2600" baseline="-250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en-US" sz="26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=1, a</a:t>
            </a:r>
            <a:r>
              <a:rPr lang="en-US" altLang="en-US" sz="2600" baseline="-250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altLang="en-US" sz="26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=0, 0&lt;b</a:t>
            </a:r>
            <a:r>
              <a:rPr lang="en-US" altLang="en-US" sz="2600" baseline="-250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altLang="en-US" sz="26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&lt;1</a:t>
            </a:r>
            <a:endParaRPr lang="en-US" b="0" strike="noStrike" spc="-1">
              <a:solidFill>
                <a:srgbClr val="FFFFCC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7EB58-E74F-7478-9139-50BB9FE6F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59EA10F-1B2C-564A-8529-6A1B9B53CF72}" type="slidenum">
              <a:rPr lang="en-US" altLang="en-US" smtClean="0">
                <a:solidFill>
                  <a:srgbClr val="000000"/>
                </a:solidFill>
                <a:ea typeface="ＭＳ Ｐゴシック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42</a:t>
            </a:fld>
            <a:endParaRPr lang="en-US" altLang="en-US">
              <a:solidFill>
                <a:srgbClr val="000000"/>
              </a:solidFill>
              <a:ea typeface="ＭＳ Ｐゴシック" charset="-12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E2CE5C-7106-7521-52B5-D44EEA954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010" y="1211630"/>
            <a:ext cx="4852950" cy="113146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CB5DEF-7864-EE64-B69B-0DE19E5AB448}"/>
              </a:ext>
            </a:extLst>
          </p:cNvPr>
          <p:cNvSpPr txBox="1"/>
          <p:nvPr/>
        </p:nvSpPr>
        <p:spPr>
          <a:xfrm>
            <a:off x="6449960" y="1393493"/>
            <a:ext cx="3916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/>
              <a:t>Simplest control strategy by Chiu and Jain(1988) </a:t>
            </a:r>
          </a:p>
        </p:txBody>
      </p:sp>
    </p:spTree>
    <p:extLst>
      <p:ext uri="{BB962C8B-B14F-4D97-AF65-F5344CB8AC3E}">
        <p14:creationId xmlns:p14="http://schemas.microsoft.com/office/powerpoint/2010/main" val="533692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88BC0-D2C4-8016-C74B-617FCFA6F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/>
              <a:t>Multiplicative Increase, Additive Decrease(MIAD)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C3429-4DF0-1B43-1FC6-0C6C56782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4856265" cy="3541714"/>
          </a:xfrm>
        </p:spPr>
        <p:txBody>
          <a:bodyPr>
            <a:normAutofit/>
          </a:bodyPr>
          <a:lstStyle/>
          <a:p>
            <a:r>
              <a:rPr lang="en-US" altLang="en-US">
                <a:solidFill>
                  <a:srgbClr val="FFFFCC"/>
                </a:solidFill>
              </a:rPr>
              <a:t>a</a:t>
            </a:r>
            <a:r>
              <a:rPr lang="en-US" altLang="en-US" baseline="-25000">
                <a:solidFill>
                  <a:srgbClr val="FFFFCC"/>
                </a:solidFill>
              </a:rPr>
              <a:t>I</a:t>
            </a:r>
            <a:r>
              <a:rPr lang="en-US" altLang="en-US">
                <a:solidFill>
                  <a:srgbClr val="FFFFCC"/>
                </a:solidFill>
              </a:rPr>
              <a:t>=0, b</a:t>
            </a:r>
            <a:r>
              <a:rPr lang="en-US" altLang="en-US" baseline="-25000">
                <a:solidFill>
                  <a:srgbClr val="FFFFCC"/>
                </a:solidFill>
              </a:rPr>
              <a:t>I</a:t>
            </a:r>
            <a:r>
              <a:rPr lang="en-US" altLang="en-US">
                <a:solidFill>
                  <a:srgbClr val="FFFFCC"/>
                </a:solidFill>
              </a:rPr>
              <a:t>&gt;1, a</a:t>
            </a:r>
            <a:r>
              <a:rPr lang="en-US" altLang="en-US" baseline="-25000">
                <a:solidFill>
                  <a:srgbClr val="FFFFCC"/>
                </a:solidFill>
              </a:rPr>
              <a:t>D</a:t>
            </a:r>
            <a:r>
              <a:rPr lang="en-US" altLang="en-US">
                <a:solidFill>
                  <a:srgbClr val="FFFFCC"/>
                </a:solidFill>
              </a:rPr>
              <a:t>&lt;0, b</a:t>
            </a:r>
            <a:r>
              <a:rPr lang="en-US" altLang="en-US" baseline="-25000">
                <a:solidFill>
                  <a:srgbClr val="FFFFCC"/>
                </a:solidFill>
              </a:rPr>
              <a:t>D</a:t>
            </a:r>
            <a:r>
              <a:rPr lang="en-US" altLang="en-US">
                <a:solidFill>
                  <a:srgbClr val="FFFFCC"/>
                </a:solidFill>
              </a:rPr>
              <a:t>=1</a:t>
            </a:r>
          </a:p>
          <a:p>
            <a:r>
              <a:rPr lang="en-US" altLang="en-US"/>
              <a:t>quickly reach high bandwidth</a:t>
            </a:r>
          </a:p>
          <a:p>
            <a:pPr marL="0" indent="0">
              <a:buNone/>
            </a:pPr>
            <a:r>
              <a:rPr lang="en-US" altLang="en-US"/>
              <a:t>   utilization.</a:t>
            </a:r>
          </a:p>
          <a:p>
            <a:r>
              <a:rPr lang="en-US" altLang="en-US"/>
              <a:t>Increasing the sending rate </a:t>
            </a:r>
          </a:p>
          <a:p>
            <a:pPr marL="0" indent="0">
              <a:buNone/>
            </a:pPr>
            <a:r>
              <a:rPr lang="en-US" altLang="en-US"/>
              <a:t>   multiplicatively</a:t>
            </a:r>
          </a:p>
          <a:p>
            <a:endParaRPr lang="en-US" altLang="en-US" sz="2800"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2800"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en-US" sz="2800">
              <a:latin typeface="Times New Roman" panose="02020603050405020304" pitchFamily="18" charset="0"/>
            </a:endParaRPr>
          </a:p>
          <a:p>
            <a:endParaRPr lang="en-IN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09E30AF-CEA3-0FA8-6201-0C319E336E81}"/>
              </a:ext>
            </a:extLst>
          </p:cNvPr>
          <p:cNvGrpSpPr/>
          <p:nvPr/>
        </p:nvGrpSpPr>
        <p:grpSpPr>
          <a:xfrm>
            <a:off x="5879691" y="1541526"/>
            <a:ext cx="5518064" cy="4697956"/>
            <a:chOff x="5552624" y="1694796"/>
            <a:chExt cx="5798353" cy="5163204"/>
          </a:xfrm>
          <a:noFill/>
        </p:grpSpPr>
        <p:grpSp>
          <p:nvGrpSpPr>
            <p:cNvPr id="5" name="Group 1">
              <a:extLst>
                <a:ext uri="{FF2B5EF4-FFF2-40B4-BE49-F238E27FC236}">
                  <a16:creationId xmlns:a16="http://schemas.microsoft.com/office/drawing/2014/main" id="{714D293D-ABFE-CFBB-846B-B53F79AC00BE}"/>
                </a:ext>
              </a:extLst>
            </p:cNvPr>
            <p:cNvGrpSpPr/>
            <p:nvPr/>
          </p:nvGrpSpPr>
          <p:grpSpPr>
            <a:xfrm>
              <a:off x="7249162" y="2804586"/>
              <a:ext cx="741562" cy="1046938"/>
              <a:chOff x="4973078" y="2248746"/>
              <a:chExt cx="741562" cy="1046938"/>
            </a:xfrm>
            <a:grpFill/>
          </p:grpSpPr>
          <p:sp>
            <p:nvSpPr>
              <p:cNvPr id="25" name="CustomShape 4">
                <a:extLst>
                  <a:ext uri="{FF2B5EF4-FFF2-40B4-BE49-F238E27FC236}">
                    <a16:creationId xmlns:a16="http://schemas.microsoft.com/office/drawing/2014/main" id="{2FBEC550-DD7E-0264-57D4-0F50A1F6D000}"/>
                  </a:ext>
                </a:extLst>
              </p:cNvPr>
              <p:cNvSpPr/>
              <p:nvPr/>
            </p:nvSpPr>
            <p:spPr>
              <a:xfrm>
                <a:off x="5638680" y="2590920"/>
                <a:ext cx="75960" cy="75960"/>
              </a:xfrm>
              <a:prstGeom prst="ellipse">
                <a:avLst/>
              </a:prstGeom>
              <a:grpFill/>
              <a:ln w="25560">
                <a:solidFill>
                  <a:schemeClr val="tx1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6" name="Line 5">
                <a:extLst>
                  <a:ext uri="{FF2B5EF4-FFF2-40B4-BE49-F238E27FC236}">
                    <a16:creationId xmlns:a16="http://schemas.microsoft.com/office/drawing/2014/main" id="{7698CC54-3482-F428-CBE1-6E28BDDCA213}"/>
                  </a:ext>
                </a:extLst>
              </p:cNvPr>
              <p:cNvSpPr/>
              <p:nvPr/>
            </p:nvSpPr>
            <p:spPr>
              <a:xfrm flipH="1">
                <a:off x="4973078" y="2248746"/>
                <a:ext cx="505906" cy="1046938"/>
              </a:xfrm>
              <a:prstGeom prst="line">
                <a:avLst/>
              </a:prstGeom>
              <a:grpFill/>
              <a:ln w="25560">
                <a:solidFill>
                  <a:schemeClr val="tx1"/>
                </a:solidFill>
                <a:round/>
                <a:head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Line 8">
              <a:extLst>
                <a:ext uri="{FF2B5EF4-FFF2-40B4-BE49-F238E27FC236}">
                  <a16:creationId xmlns:a16="http://schemas.microsoft.com/office/drawing/2014/main" id="{328EB153-DE30-78CE-C0B0-7DD351AEBA4D}"/>
                </a:ext>
              </a:extLst>
            </p:cNvPr>
            <p:cNvSpPr/>
            <p:nvPr/>
          </p:nvSpPr>
          <p:spPr>
            <a:xfrm flipV="1">
              <a:off x="6085964" y="1927440"/>
              <a:ext cx="360" cy="4343400"/>
            </a:xfrm>
            <a:prstGeom prst="line">
              <a:avLst/>
            </a:prstGeom>
            <a:grpFill/>
            <a:ln w="25560">
              <a:solidFill>
                <a:schemeClr val="tx1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" name="CustomShape 9">
              <a:extLst>
                <a:ext uri="{FF2B5EF4-FFF2-40B4-BE49-F238E27FC236}">
                  <a16:creationId xmlns:a16="http://schemas.microsoft.com/office/drawing/2014/main" id="{E109CAE5-211D-243B-8CE9-FB98F4759644}"/>
                </a:ext>
              </a:extLst>
            </p:cNvPr>
            <p:cNvSpPr/>
            <p:nvPr/>
          </p:nvSpPr>
          <p:spPr>
            <a:xfrm>
              <a:off x="7686884" y="6423120"/>
              <a:ext cx="1191960" cy="434880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360" tIns="44280" rIns="90360" bIns="44280"/>
            <a:lstStyle/>
            <a:p>
              <a:pPr algn="ctr">
                <a:lnSpc>
                  <a:spcPct val="100000"/>
                </a:lnSpc>
              </a:pPr>
              <a:r>
                <a:rPr lang="en-US" sz="2000" b="0" strike="noStrike" spc="-1">
                  <a:latin typeface="Times New Roman"/>
                  <a:ea typeface="ＭＳ Ｐゴシック"/>
                </a:rPr>
                <a:t>User 1: x</a:t>
              </a:r>
              <a:r>
                <a:rPr lang="en-US" sz="2000" b="0" strike="noStrike" spc="-1" baseline="-25000">
                  <a:latin typeface="Times New Roman"/>
                  <a:ea typeface="ＭＳ Ｐゴシック"/>
                </a:rPr>
                <a:t>1</a:t>
              </a:r>
              <a:endParaRPr lang="en-US" sz="2000" b="0" strike="noStrike" spc="-1">
                <a:latin typeface="Arial"/>
              </a:endParaRPr>
            </a:p>
          </p:txBody>
        </p:sp>
        <p:sp>
          <p:nvSpPr>
            <p:cNvPr id="8" name="CustomShape 10">
              <a:extLst>
                <a:ext uri="{FF2B5EF4-FFF2-40B4-BE49-F238E27FC236}">
                  <a16:creationId xmlns:a16="http://schemas.microsoft.com/office/drawing/2014/main" id="{C0E002D8-78CC-AB96-7D5A-745DA202ACB4}"/>
                </a:ext>
              </a:extLst>
            </p:cNvPr>
            <p:cNvSpPr/>
            <p:nvPr/>
          </p:nvSpPr>
          <p:spPr>
            <a:xfrm rot="16200000">
              <a:off x="5174084" y="3896634"/>
              <a:ext cx="1191600" cy="434520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360" tIns="44280" rIns="90360" bIns="44280"/>
            <a:lstStyle/>
            <a:p>
              <a:pPr algn="ctr">
                <a:lnSpc>
                  <a:spcPct val="100000"/>
                </a:lnSpc>
              </a:pPr>
              <a:r>
                <a:rPr lang="en-US" sz="2000" b="0" strike="noStrike" spc="-1">
                  <a:latin typeface="Times New Roman"/>
                  <a:ea typeface="ＭＳ Ｐゴシック"/>
                </a:rPr>
                <a:t>User 2: x</a:t>
              </a:r>
              <a:r>
                <a:rPr lang="en-US" sz="2000" b="0" strike="noStrike" spc="-1" baseline="-25000">
                  <a:latin typeface="Times New Roman"/>
                  <a:ea typeface="ＭＳ Ｐゴシック"/>
                </a:rPr>
                <a:t>2</a:t>
              </a:r>
              <a:endParaRPr lang="en-US" sz="2000" b="0" strike="noStrike" spc="-1">
                <a:latin typeface="Arial"/>
              </a:endParaRPr>
            </a:p>
          </p:txBody>
        </p:sp>
        <p:sp>
          <p:nvSpPr>
            <p:cNvPr id="9" name="Line 11">
              <a:extLst>
                <a:ext uri="{FF2B5EF4-FFF2-40B4-BE49-F238E27FC236}">
                  <a16:creationId xmlns:a16="http://schemas.microsoft.com/office/drawing/2014/main" id="{D81FCB8C-D9AB-E92F-C12E-3B9219CDE900}"/>
                </a:ext>
              </a:extLst>
            </p:cNvPr>
            <p:cNvSpPr/>
            <p:nvPr/>
          </p:nvSpPr>
          <p:spPr>
            <a:xfrm flipH="1">
              <a:off x="6085964" y="2232000"/>
              <a:ext cx="4038480" cy="4054680"/>
            </a:xfrm>
            <a:prstGeom prst="line">
              <a:avLst/>
            </a:prstGeom>
            <a:grpFill/>
            <a:ln w="25560" cap="rnd">
              <a:solidFill>
                <a:schemeClr val="tx1"/>
              </a:solidFill>
              <a:custDash>
                <a:ds d="800000" sp="300000"/>
              </a:custDash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" name="CustomShape 12">
              <a:extLst>
                <a:ext uri="{FF2B5EF4-FFF2-40B4-BE49-F238E27FC236}">
                  <a16:creationId xmlns:a16="http://schemas.microsoft.com/office/drawing/2014/main" id="{C0E0D412-6CFE-7B2C-25A3-8342B2C8954F}"/>
                </a:ext>
              </a:extLst>
            </p:cNvPr>
            <p:cNvSpPr/>
            <p:nvPr/>
          </p:nvSpPr>
          <p:spPr>
            <a:xfrm>
              <a:off x="10221262" y="1694796"/>
              <a:ext cx="738001" cy="514440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360" tIns="44280" rIns="90360" bIns="44280"/>
            <a:lstStyle/>
            <a:p>
              <a:pPr algn="ctr">
                <a:lnSpc>
                  <a:spcPct val="100000"/>
                </a:lnSpc>
              </a:pPr>
              <a:r>
                <a:rPr lang="en-US" b="0" strike="noStrike" spc="-1">
                  <a:latin typeface="Times New Roman"/>
                  <a:ea typeface="ＭＳ Ｐゴシック"/>
                </a:rPr>
                <a:t>fairness</a:t>
              </a:r>
              <a:endParaRPr lang="en-US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b="0" strike="noStrike" spc="-1">
                  <a:latin typeface="Times New Roman"/>
                  <a:ea typeface="ＭＳ Ｐゴシック"/>
                </a:rPr>
                <a:t>line</a:t>
              </a:r>
              <a:endParaRPr lang="en-US" b="0" strike="noStrike" spc="-1">
                <a:latin typeface="Arial"/>
              </a:endParaRPr>
            </a:p>
          </p:txBody>
        </p:sp>
        <p:sp>
          <p:nvSpPr>
            <p:cNvPr id="11" name="CustomShape 13">
              <a:extLst>
                <a:ext uri="{FF2B5EF4-FFF2-40B4-BE49-F238E27FC236}">
                  <a16:creationId xmlns:a16="http://schemas.microsoft.com/office/drawing/2014/main" id="{D100702E-F2A9-E37D-F9F5-D2594A120F1E}"/>
                </a:ext>
              </a:extLst>
            </p:cNvPr>
            <p:cNvSpPr/>
            <p:nvPr/>
          </p:nvSpPr>
          <p:spPr>
            <a:xfrm>
              <a:off x="10277085" y="5511571"/>
              <a:ext cx="893520" cy="514440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360" tIns="44280" rIns="90360" bIns="44280"/>
            <a:lstStyle/>
            <a:p>
              <a:pPr algn="ctr">
                <a:lnSpc>
                  <a:spcPct val="100000"/>
                </a:lnSpc>
              </a:pPr>
              <a:r>
                <a:rPr lang="en-US" b="0" strike="noStrike" spc="-1">
                  <a:latin typeface="Times New Roman"/>
                  <a:ea typeface="ＭＳ Ｐゴシック"/>
                </a:rPr>
                <a:t>efficiency</a:t>
              </a:r>
              <a:endParaRPr lang="en-US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b="0" strike="noStrike" spc="-1">
                  <a:latin typeface="Times New Roman"/>
                  <a:ea typeface="ＭＳ Ｐゴシック"/>
                </a:rPr>
                <a:t>line</a:t>
              </a:r>
              <a:endParaRPr lang="en-US" b="0" strike="noStrike" spc="-1">
                <a:latin typeface="Arial"/>
              </a:endParaRPr>
            </a:p>
          </p:txBody>
        </p:sp>
        <p:sp>
          <p:nvSpPr>
            <p:cNvPr id="12" name="Line 14">
              <a:extLst>
                <a:ext uri="{FF2B5EF4-FFF2-40B4-BE49-F238E27FC236}">
                  <a16:creationId xmlns:a16="http://schemas.microsoft.com/office/drawing/2014/main" id="{05848001-6906-35D3-4FDC-D4083A87D5A9}"/>
                </a:ext>
              </a:extLst>
            </p:cNvPr>
            <p:cNvSpPr/>
            <p:nvPr/>
          </p:nvSpPr>
          <p:spPr>
            <a:xfrm>
              <a:off x="6085964" y="6270840"/>
              <a:ext cx="4343400" cy="360"/>
            </a:xfrm>
            <a:prstGeom prst="line">
              <a:avLst/>
            </a:prstGeom>
            <a:grpFill/>
            <a:ln w="25560">
              <a:solidFill>
                <a:schemeClr val="tx1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" name="Line 15">
              <a:extLst>
                <a:ext uri="{FF2B5EF4-FFF2-40B4-BE49-F238E27FC236}">
                  <a16:creationId xmlns:a16="http://schemas.microsoft.com/office/drawing/2014/main" id="{D1DEFB57-A76C-70BA-1818-AB9E103AA376}"/>
                </a:ext>
              </a:extLst>
            </p:cNvPr>
            <p:cNvSpPr/>
            <p:nvPr/>
          </p:nvSpPr>
          <p:spPr>
            <a:xfrm>
              <a:off x="6085964" y="2079720"/>
              <a:ext cx="4191120" cy="4191120"/>
            </a:xfrm>
            <a:prstGeom prst="line">
              <a:avLst/>
            </a:prstGeom>
            <a:grpFill/>
            <a:ln w="2556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CustomShape 16">
              <a:extLst>
                <a:ext uri="{FF2B5EF4-FFF2-40B4-BE49-F238E27FC236}">
                  <a16:creationId xmlns:a16="http://schemas.microsoft.com/office/drawing/2014/main" id="{D4DAFB0C-32A3-6463-3265-676E3203240C}"/>
                </a:ext>
              </a:extLst>
            </p:cNvPr>
            <p:cNvSpPr/>
            <p:nvPr/>
          </p:nvSpPr>
          <p:spPr>
            <a:xfrm>
              <a:off x="7990724" y="2804586"/>
              <a:ext cx="821520" cy="434880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360" tIns="44280" rIns="90360" bIns="44280"/>
            <a:lstStyle/>
            <a:p>
              <a:pPr algn="ctr">
                <a:lnSpc>
                  <a:spcPct val="100000"/>
                </a:lnSpc>
              </a:pPr>
              <a:r>
                <a:rPr lang="en-US" sz="2000" b="0" strike="noStrike" spc="-1">
                  <a:latin typeface="Times New Roman"/>
                  <a:ea typeface="ＭＳ Ｐゴシック"/>
                </a:rPr>
                <a:t>(x</a:t>
              </a:r>
              <a:r>
                <a:rPr lang="en-US" sz="2000" b="0" strike="noStrike" spc="-1" baseline="-25000">
                  <a:latin typeface="Times New Roman"/>
                  <a:ea typeface="ＭＳ Ｐゴシック"/>
                </a:rPr>
                <a:t>1</a:t>
              </a:r>
              <a:r>
                <a:rPr lang="en-US" sz="2000" b="0" strike="noStrike" spc="-1">
                  <a:latin typeface="Times New Roman"/>
                  <a:ea typeface="ＭＳ Ｐゴシック"/>
                </a:rPr>
                <a:t>,x</a:t>
              </a:r>
              <a:r>
                <a:rPr lang="en-US" sz="2000" b="0" strike="noStrike" spc="-1" baseline="-25000">
                  <a:latin typeface="Times New Roman"/>
                  <a:ea typeface="ＭＳ Ｐゴシック"/>
                </a:rPr>
                <a:t>2</a:t>
              </a:r>
              <a:r>
                <a:rPr lang="en-US" sz="2000" b="0" strike="noStrike" spc="-1">
                  <a:latin typeface="Times New Roman"/>
                  <a:ea typeface="ＭＳ Ｐゴシック"/>
                </a:rPr>
                <a:t>)</a:t>
              </a:r>
              <a:endParaRPr lang="en-US" sz="2000" b="0" strike="noStrike" spc="-1">
                <a:latin typeface="Arial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9B7D426-0E48-0E31-2458-3F4562ED57F2}"/>
                </a:ext>
              </a:extLst>
            </p:cNvPr>
            <p:cNvGrpSpPr/>
            <p:nvPr/>
          </p:nvGrpSpPr>
          <p:grpSpPr>
            <a:xfrm>
              <a:off x="6085963" y="3109218"/>
              <a:ext cx="1700799" cy="3161721"/>
              <a:chOff x="3809879" y="2553378"/>
              <a:chExt cx="1700799" cy="3161721"/>
            </a:xfrm>
            <a:grpFill/>
          </p:grpSpPr>
          <p:sp>
            <p:nvSpPr>
              <p:cNvPr id="23" name="Line 20">
                <a:extLst>
                  <a:ext uri="{FF2B5EF4-FFF2-40B4-BE49-F238E27FC236}">
                    <a16:creationId xmlns:a16="http://schemas.microsoft.com/office/drawing/2014/main" id="{62778C3D-BCCB-0A82-8BC5-79A176499C77}"/>
                  </a:ext>
                </a:extLst>
              </p:cNvPr>
              <p:cNvSpPr/>
              <p:nvPr/>
            </p:nvSpPr>
            <p:spPr>
              <a:xfrm rot="1320000" flipV="1">
                <a:off x="5165751" y="2553378"/>
                <a:ext cx="344927" cy="887021"/>
              </a:xfrm>
              <a:prstGeom prst="line">
                <a:avLst/>
              </a:prstGeom>
              <a:grpFill/>
              <a:ln w="25560">
                <a:solidFill>
                  <a:schemeClr val="tx1"/>
                </a:solidFill>
                <a:round/>
                <a:head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Line 21">
                <a:extLst>
                  <a:ext uri="{FF2B5EF4-FFF2-40B4-BE49-F238E27FC236}">
                    <a16:creationId xmlns:a16="http://schemas.microsoft.com/office/drawing/2014/main" id="{A0D9BC50-FB5E-BEB4-2B08-6FD4A96AD129}"/>
                  </a:ext>
                </a:extLst>
              </p:cNvPr>
              <p:cNvSpPr/>
              <p:nvPr/>
            </p:nvSpPr>
            <p:spPr>
              <a:xfrm flipV="1">
                <a:off x="3809879" y="3328085"/>
                <a:ext cx="1127406" cy="2387014"/>
              </a:xfrm>
              <a:prstGeom prst="line">
                <a:avLst/>
              </a:prstGeom>
              <a:grpFill/>
              <a:ln w="25560" cap="rnd">
                <a:solidFill>
                  <a:schemeClr val="tx1"/>
                </a:solidFill>
                <a:custDash>
                  <a:ds d="100000" sp="100000"/>
                </a:custDash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6" name="CustomShape 22">
              <a:extLst>
                <a:ext uri="{FF2B5EF4-FFF2-40B4-BE49-F238E27FC236}">
                  <a16:creationId xmlns:a16="http://schemas.microsoft.com/office/drawing/2014/main" id="{BAB9E0FD-1FE1-AF0D-3EB7-24E544F0091E}"/>
                </a:ext>
              </a:extLst>
            </p:cNvPr>
            <p:cNvSpPr/>
            <p:nvPr/>
          </p:nvSpPr>
          <p:spPr>
            <a:xfrm>
              <a:off x="7755068" y="2728389"/>
              <a:ext cx="75960" cy="75960"/>
            </a:xfrm>
            <a:prstGeom prst="ellipse">
              <a:avLst/>
            </a:prstGeom>
            <a:grpFill/>
            <a:ln w="2556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CustomShape 29">
              <a:extLst>
                <a:ext uri="{FF2B5EF4-FFF2-40B4-BE49-F238E27FC236}">
                  <a16:creationId xmlns:a16="http://schemas.microsoft.com/office/drawing/2014/main" id="{F9AFEFC7-E9B0-8F05-DA14-69A3F03249BD}"/>
                </a:ext>
              </a:extLst>
            </p:cNvPr>
            <p:cNvSpPr/>
            <p:nvPr/>
          </p:nvSpPr>
          <p:spPr>
            <a:xfrm rot="19176000">
              <a:off x="9249284" y="4779360"/>
              <a:ext cx="1234800" cy="301680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360" tIns="44280" rIns="90360" bIns="44280"/>
            <a:lstStyle/>
            <a:p>
              <a:pPr algn="ctr">
                <a:lnSpc>
                  <a:spcPct val="100000"/>
                </a:lnSpc>
              </a:pPr>
              <a:r>
                <a:rPr lang="en-US" sz="1400" b="0" strike="noStrike" spc="-1">
                  <a:solidFill>
                    <a:srgbClr val="FF0000"/>
                  </a:solidFill>
                  <a:latin typeface="Arial"/>
                  <a:ea typeface="ＭＳ Ｐゴシック"/>
                </a:rPr>
                <a:t>congested </a:t>
              </a:r>
              <a:r>
                <a:rPr lang="en-US" sz="1400" b="0" strike="noStrike" spc="-1">
                  <a:solidFill>
                    <a:srgbClr val="FF0000"/>
                  </a:solidFill>
                  <a:latin typeface="Wingdings"/>
                  <a:ea typeface="ＭＳ Ｐゴシック"/>
                </a:rPr>
                <a:t>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18" name="CustomShape 30">
              <a:extLst>
                <a:ext uri="{FF2B5EF4-FFF2-40B4-BE49-F238E27FC236}">
                  <a16:creationId xmlns:a16="http://schemas.microsoft.com/office/drawing/2014/main" id="{06D5D69A-4193-94A4-2A92-99FA21F86DC5}"/>
                </a:ext>
              </a:extLst>
            </p:cNvPr>
            <p:cNvSpPr/>
            <p:nvPr/>
          </p:nvSpPr>
          <p:spPr>
            <a:xfrm rot="19176000">
              <a:off x="8424164" y="5622840"/>
              <a:ext cx="1090080" cy="301680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360" tIns="44280" rIns="90360" bIns="44280"/>
            <a:lstStyle/>
            <a:p>
              <a:pPr algn="ctr">
                <a:lnSpc>
                  <a:spcPct val="100000"/>
                </a:lnSpc>
              </a:pPr>
              <a:r>
                <a:rPr lang="en-US" sz="1400" b="0" strike="noStrike" spc="-1">
                  <a:solidFill>
                    <a:srgbClr val="FF0000"/>
                  </a:solidFill>
                  <a:latin typeface="Wingdings"/>
                  <a:ea typeface="ＭＳ Ｐゴシック"/>
                </a:rPr>
                <a:t></a:t>
              </a:r>
              <a:r>
                <a:rPr lang="en-US" sz="1400" b="0" strike="noStrike" spc="-1">
                  <a:solidFill>
                    <a:srgbClr val="FF0000"/>
                  </a:solidFill>
                  <a:latin typeface="Arial"/>
                  <a:ea typeface="ＭＳ Ｐゴシック"/>
                </a:rPr>
                <a:t> inefficient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19" name="CustomShape 22">
              <a:extLst>
                <a:ext uri="{FF2B5EF4-FFF2-40B4-BE49-F238E27FC236}">
                  <a16:creationId xmlns:a16="http://schemas.microsoft.com/office/drawing/2014/main" id="{2D9C0BC8-2600-9050-16D5-4CF46A1A7EE3}"/>
                </a:ext>
              </a:extLst>
            </p:cNvPr>
            <p:cNvSpPr/>
            <p:nvPr/>
          </p:nvSpPr>
          <p:spPr>
            <a:xfrm>
              <a:off x="7207706" y="3899044"/>
              <a:ext cx="75960" cy="75960"/>
            </a:xfrm>
            <a:prstGeom prst="ellipse">
              <a:avLst/>
            </a:prstGeom>
            <a:grpFill/>
            <a:ln w="2556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CustomShape 14">
                  <a:extLst>
                    <a:ext uri="{FF2B5EF4-FFF2-40B4-BE49-F238E27FC236}">
                      <a16:creationId xmlns:a16="http://schemas.microsoft.com/office/drawing/2014/main" id="{BFA10C7A-0021-857C-03EE-D7E253BCBC5C}"/>
                    </a:ext>
                  </a:extLst>
                </p:cNvPr>
                <p:cNvSpPr/>
                <p:nvPr/>
              </p:nvSpPr>
              <p:spPr>
                <a:xfrm>
                  <a:off x="7283666" y="2294851"/>
                  <a:ext cx="1430640" cy="43488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none" lIns="90360" tIns="44280" rIns="90360" bIns="44280"/>
                <a:lstStyle/>
                <a:p>
                  <a:pPr algn="ctr">
                    <a:lnSpc>
                      <a:spcPct val="100000"/>
                    </a:lnSpc>
                  </a:pPr>
                  <a:r>
                    <a:rPr lang="en-US" b="0" strike="noStrike" spc="-1">
                      <a:solidFill>
                        <a:schemeClr val="tx1"/>
                      </a:solidFill>
                      <a:latin typeface="Times New Roman"/>
                      <a:ea typeface="ＭＳ Ｐゴシック"/>
                    </a:rPr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trike="noStrike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trike="noStrike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trike="noStrike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d>
                        <m:dPr>
                          <m:ctrlPr>
                            <a:rPr lang="en-US" b="0" i="1" strike="noStrike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trike="noStrike" spc="-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trike="noStrike" spc="-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0" strike="noStrike" spc="-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0" strike="noStrike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trike="noStrike" spc="-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trike="noStrike" spc="-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trike="noStrike" spc="-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en-US" b="0" strike="noStrike" spc="-1">
                      <a:solidFill>
                        <a:schemeClr val="tx1"/>
                      </a:solidFill>
                      <a:latin typeface="Times New Roman"/>
                      <a:ea typeface="ＭＳ Ｐゴシック"/>
                    </a:rPr>
                    <a:t>,</a:t>
                  </a:r>
                  <a:r>
                    <a:rPr lang="en-US" spc="-1">
                      <a:solidFill>
                        <a:schemeClr val="tx1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spc="-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pc="-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 spc="-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d>
                        <m:dPr>
                          <m:ctrlPr>
                            <a:rPr lang="en-US" i="1" spc="-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spc="-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pc="-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b="0" i="0" spc="-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0" spc="-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 spc="-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pc="-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 spc="-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en-US" b="0" strike="noStrike" spc="-1">
                      <a:solidFill>
                        <a:schemeClr val="tx1"/>
                      </a:solidFill>
                      <a:latin typeface="Times New Roman"/>
                      <a:ea typeface="ＭＳ Ｐゴシック"/>
                    </a:rPr>
                    <a:t>)</a:t>
                  </a:r>
                  <a:endParaRPr lang="en-US" b="0" strike="noStrike" spc="-1">
                    <a:solidFill>
                      <a:schemeClr val="tx1"/>
                    </a:solidFill>
                    <a:latin typeface="Arial"/>
                  </a:endParaRPr>
                </a:p>
              </p:txBody>
            </p:sp>
          </mc:Choice>
          <mc:Fallback xmlns="">
            <p:sp>
              <p:nvSpPr>
                <p:cNvPr id="20" name="CustomShape 14">
                  <a:extLst>
                    <a:ext uri="{FF2B5EF4-FFF2-40B4-BE49-F238E27FC236}">
                      <a16:creationId xmlns:a16="http://schemas.microsoft.com/office/drawing/2014/main" id="{BFA10C7A-0021-857C-03EE-D7E253BCBC5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3666" y="2294851"/>
                  <a:ext cx="1430640" cy="434880"/>
                </a:xfrm>
                <a:prstGeom prst="rect">
                  <a:avLst/>
                </a:prstGeom>
                <a:blipFill>
                  <a:blip r:embed="rId2"/>
                  <a:stretch>
                    <a:fillRect l="-55605" t="-9231" r="-55605" b="-1538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CustomShape 14">
              <a:extLst>
                <a:ext uri="{FF2B5EF4-FFF2-40B4-BE49-F238E27FC236}">
                  <a16:creationId xmlns:a16="http://schemas.microsoft.com/office/drawing/2014/main" id="{B5ABEC3D-2C59-9FBD-C637-C85D5B7AA8A9}"/>
                </a:ext>
              </a:extLst>
            </p:cNvPr>
            <p:cNvSpPr/>
            <p:nvPr/>
          </p:nvSpPr>
          <p:spPr>
            <a:xfrm>
              <a:off x="6634378" y="4049859"/>
              <a:ext cx="1430640" cy="434880"/>
            </a:xfrm>
            <a:prstGeom prst="rect">
              <a:avLst/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360" tIns="44280" rIns="90360" bIns="44280"/>
            <a:lstStyle/>
            <a:p>
              <a:pPr algn="ctr">
                <a:lnSpc>
                  <a:spcPct val="100000"/>
                </a:lnSpc>
              </a:pPr>
              <a:r>
                <a:rPr lang="en-US" sz="2000" b="0" strike="noStrike" spc="-1">
                  <a:latin typeface="Times New Roman"/>
                  <a:ea typeface="ＭＳ Ｐゴシック"/>
                </a:rPr>
                <a:t>(x</a:t>
              </a:r>
              <a:r>
                <a:rPr lang="en-US" sz="2000" b="0" strike="noStrike" spc="-1" baseline="-25000">
                  <a:latin typeface="Times New Roman"/>
                  <a:ea typeface="ＭＳ Ｐゴシック"/>
                </a:rPr>
                <a:t>1</a:t>
              </a:r>
              <a:r>
                <a:rPr lang="en-US" sz="2000" b="0" strike="noStrike" spc="-1">
                  <a:latin typeface="Times New Roman"/>
                  <a:ea typeface="ＭＳ Ｐゴシック"/>
                </a:rPr>
                <a:t>+a</a:t>
              </a:r>
              <a:r>
                <a:rPr lang="en-US" sz="2000" b="0" strike="noStrike" spc="-1" baseline="-25000">
                  <a:latin typeface="Times New Roman"/>
                  <a:ea typeface="ＭＳ Ｐゴシック"/>
                </a:rPr>
                <a:t>D</a:t>
              </a:r>
              <a:r>
                <a:rPr lang="en-US" sz="2000" b="0" strike="noStrike" spc="-1">
                  <a:latin typeface="Times New Roman"/>
                  <a:ea typeface="ＭＳ Ｐゴシック"/>
                </a:rPr>
                <a:t>,x</a:t>
              </a:r>
              <a:r>
                <a:rPr lang="en-US" sz="2000" b="0" strike="noStrike" spc="-1" baseline="-25000">
                  <a:latin typeface="Times New Roman"/>
                  <a:ea typeface="ＭＳ Ｐゴシック"/>
                </a:rPr>
                <a:t>2</a:t>
              </a:r>
              <a:r>
                <a:rPr lang="en-US" sz="2000" b="0" strike="noStrike" spc="-1">
                  <a:latin typeface="Times New Roman"/>
                  <a:ea typeface="ＭＳ Ｐゴシック"/>
                </a:rPr>
                <a:t>+a</a:t>
              </a:r>
              <a:r>
                <a:rPr lang="en-US" sz="2000" b="0" strike="noStrike" spc="-1" baseline="-25000">
                  <a:latin typeface="Times New Roman"/>
                  <a:ea typeface="ＭＳ Ｐゴシック"/>
                </a:rPr>
                <a:t>D</a:t>
              </a:r>
              <a:r>
                <a:rPr lang="en-US" sz="2000" b="0" strike="noStrike" spc="-1">
                  <a:latin typeface="Times New Roman"/>
                  <a:ea typeface="ＭＳ Ｐゴシック"/>
                </a:rPr>
                <a:t>)</a:t>
              </a:r>
              <a:endParaRPr lang="en-US" sz="2000" b="0" strike="noStrike" spc="-1">
                <a:latin typeface="Arial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5BF6C820-D0D6-DC64-BD89-BF99F9F78B73}"/>
                    </a:ext>
                  </a:extLst>
                </p:cNvPr>
                <p:cNvSpPr txBox="1"/>
                <p:nvPr/>
              </p:nvSpPr>
              <p:spPr>
                <a:xfrm>
                  <a:off x="10253606" y="2381022"/>
                  <a:ext cx="1097371" cy="304431"/>
                </a:xfrm>
                <a:prstGeom prst="rect">
                  <a:avLst/>
                </a:prstGeom>
                <a:grp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5BF6C820-D0D6-DC64-BD89-BF99F9F78B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53606" y="2381022"/>
                  <a:ext cx="1097371" cy="304431"/>
                </a:xfrm>
                <a:prstGeom prst="rect">
                  <a:avLst/>
                </a:prstGeom>
                <a:blipFill>
                  <a:blip r:embed="rId3"/>
                  <a:stretch>
                    <a:fillRect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9347551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0F4A3-16F5-0C3E-59A8-52CC17FE3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/>
              <a:t>Additive Increase, Additive </a:t>
            </a:r>
            <a:br>
              <a:rPr lang="en-US" sz="4400" b="1"/>
            </a:br>
            <a:r>
              <a:rPr lang="en-US" sz="4400" b="1"/>
              <a:t>Decrease(AIAD)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FA9DA-E63D-E466-1EEE-D8AAE5FDD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9322" y="2256183"/>
            <a:ext cx="4776525" cy="3866195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sz="2600">
                <a:solidFill>
                  <a:srgbClr val="FFFFCC"/>
                </a:solidFill>
              </a:rPr>
              <a:t>a</a:t>
            </a:r>
            <a:r>
              <a:rPr lang="en-US" altLang="en-US" sz="2600" baseline="-25000">
                <a:solidFill>
                  <a:srgbClr val="FFFFCC"/>
                </a:solidFill>
              </a:rPr>
              <a:t>I</a:t>
            </a:r>
            <a:r>
              <a:rPr lang="en-US" altLang="en-US" sz="2600">
                <a:solidFill>
                  <a:srgbClr val="FFFFCC"/>
                </a:solidFill>
              </a:rPr>
              <a:t>&gt;0, b</a:t>
            </a:r>
            <a:r>
              <a:rPr lang="en-US" altLang="en-US" sz="2600" baseline="-25000">
                <a:solidFill>
                  <a:srgbClr val="FFFFCC"/>
                </a:solidFill>
              </a:rPr>
              <a:t>I</a:t>
            </a:r>
            <a:r>
              <a:rPr lang="en-US" altLang="en-US" sz="2800">
                <a:solidFill>
                  <a:srgbClr val="FFFFCC"/>
                </a:solidFill>
              </a:rPr>
              <a:t>=1, a</a:t>
            </a:r>
            <a:r>
              <a:rPr lang="en-US" altLang="en-US" sz="2800" baseline="-25000">
                <a:solidFill>
                  <a:srgbClr val="FFFFCC"/>
                </a:solidFill>
              </a:rPr>
              <a:t>D</a:t>
            </a:r>
            <a:r>
              <a:rPr lang="en-US" altLang="en-US" sz="2800">
                <a:solidFill>
                  <a:srgbClr val="FFFFCC"/>
                </a:solidFill>
              </a:rPr>
              <a:t>&lt;0, b</a:t>
            </a:r>
            <a:r>
              <a:rPr lang="en-US" altLang="en-US" sz="2800" baseline="-25000">
                <a:solidFill>
                  <a:srgbClr val="FFFFCC"/>
                </a:solidFill>
              </a:rPr>
              <a:t>D</a:t>
            </a:r>
            <a:r>
              <a:rPr lang="en-US" altLang="en-US" sz="2800">
                <a:solidFill>
                  <a:srgbClr val="FFFFCC"/>
                </a:solidFill>
              </a:rPr>
              <a:t>=1</a:t>
            </a:r>
          </a:p>
          <a:p>
            <a:r>
              <a:rPr lang="en-US" altLang="en-US" sz="2800"/>
              <a:t>Efficiency is somewhat lower </a:t>
            </a:r>
          </a:p>
          <a:p>
            <a:pPr marL="0" indent="0">
              <a:buNone/>
            </a:pPr>
            <a:r>
              <a:rPr lang="en-US" altLang="en-US"/>
              <a:t>   </a:t>
            </a:r>
            <a:r>
              <a:rPr lang="en-US" altLang="en-US" sz="2800"/>
              <a:t>compared to MIAD.</a:t>
            </a:r>
          </a:p>
          <a:p>
            <a:r>
              <a:rPr lang="en-US" altLang="en-US" sz="2800"/>
              <a:t>Increase in sending rate is</a:t>
            </a:r>
          </a:p>
          <a:p>
            <a:pPr marL="0" indent="0">
              <a:buNone/>
            </a:pPr>
            <a:r>
              <a:rPr lang="en-US" altLang="en-US"/>
              <a:t>  </a:t>
            </a:r>
            <a:r>
              <a:rPr lang="en-US" altLang="en-US" sz="2800"/>
              <a:t> additive. </a:t>
            </a:r>
          </a:p>
          <a:p>
            <a:r>
              <a:rPr lang="en-US" altLang="en-US" sz="2800"/>
              <a:t>Slower convergence to high </a:t>
            </a:r>
          </a:p>
          <a:p>
            <a:pPr marL="0" indent="0">
              <a:buNone/>
            </a:pPr>
            <a:r>
              <a:rPr lang="en-US" altLang="en-US"/>
              <a:t>   </a:t>
            </a:r>
            <a:r>
              <a:rPr lang="en-US" altLang="en-US" sz="2800"/>
              <a:t>bandwidth utilization.</a:t>
            </a:r>
          </a:p>
          <a:p>
            <a:endParaRPr lang="en-US" altLang="en-US" sz="2800"/>
          </a:p>
          <a:p>
            <a:endParaRPr lang="en-US" altLang="en-US" sz="2800">
              <a:latin typeface="Times New Roman" panose="02020603050405020304" pitchFamily="18" charset="0"/>
            </a:endParaRPr>
          </a:p>
          <a:p>
            <a:pPr marL="457560" lvl="1" indent="0">
              <a:lnSpc>
                <a:spcPct val="100000"/>
              </a:lnSpc>
              <a:spcBef>
                <a:spcPts val="561"/>
              </a:spcBef>
              <a:buClr>
                <a:srgbClr val="330066"/>
              </a:buClr>
              <a:buSzPct val="70000"/>
              <a:buNone/>
            </a:pPr>
            <a:endParaRPr lang="en-US" altLang="en-US" sz="2800">
              <a:latin typeface="Times New Roman" panose="02020603050405020304" pitchFamily="18" charset="0"/>
            </a:endParaRPr>
          </a:p>
          <a:p>
            <a:pPr marL="914760" lvl="1" indent="-457200">
              <a:lnSpc>
                <a:spcPct val="100000"/>
              </a:lnSpc>
              <a:spcBef>
                <a:spcPts val="561"/>
              </a:spcBef>
              <a:buClr>
                <a:srgbClr val="330066"/>
              </a:buClr>
              <a:buSzPct val="70000"/>
              <a:buFont typeface="Wingdings" panose="05000000000000000000" pitchFamily="2" charset="2"/>
              <a:buChar char="Ø"/>
            </a:pPr>
            <a:endParaRPr lang="en-US" altLang="en-US" sz="2800">
              <a:latin typeface="Times New Roman" panose="02020603050405020304" pitchFamily="18" charset="0"/>
            </a:endParaRPr>
          </a:p>
          <a:p>
            <a:endParaRPr lang="en-IN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1A9CC9B-FF07-0D90-E4FC-F0967EE8562C}"/>
              </a:ext>
            </a:extLst>
          </p:cNvPr>
          <p:cNvGrpSpPr/>
          <p:nvPr/>
        </p:nvGrpSpPr>
        <p:grpSpPr>
          <a:xfrm>
            <a:off x="5813916" y="1442477"/>
            <a:ext cx="5575423" cy="4879665"/>
            <a:chOff x="5863078" y="1592958"/>
            <a:chExt cx="5575423" cy="5253741"/>
          </a:xfrm>
        </p:grpSpPr>
        <p:sp>
          <p:nvSpPr>
            <p:cNvPr id="5" name="Line 3">
              <a:extLst>
                <a:ext uri="{FF2B5EF4-FFF2-40B4-BE49-F238E27FC236}">
                  <a16:creationId xmlns:a16="http://schemas.microsoft.com/office/drawing/2014/main" id="{AF2217FD-FB3A-CE24-B658-C416869A0065}"/>
                </a:ext>
              </a:extLst>
            </p:cNvPr>
            <p:cNvSpPr/>
            <p:nvPr/>
          </p:nvSpPr>
          <p:spPr>
            <a:xfrm flipV="1">
              <a:off x="6409810" y="1916139"/>
              <a:ext cx="360" cy="4343400"/>
            </a:xfrm>
            <a:prstGeom prst="line">
              <a:avLst/>
            </a:prstGeom>
            <a:ln w="25560">
              <a:solidFill>
                <a:schemeClr val="tx1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" name="CustomShape 7">
              <a:extLst>
                <a:ext uri="{FF2B5EF4-FFF2-40B4-BE49-F238E27FC236}">
                  <a16:creationId xmlns:a16="http://schemas.microsoft.com/office/drawing/2014/main" id="{F8B1F49D-D011-5564-9EBE-843C56D8C3E8}"/>
                </a:ext>
              </a:extLst>
            </p:cNvPr>
            <p:cNvSpPr/>
            <p:nvPr/>
          </p:nvSpPr>
          <p:spPr>
            <a:xfrm>
              <a:off x="10378396" y="1592958"/>
              <a:ext cx="738000" cy="51444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360" tIns="44280" rIns="90360" bIns="44280"/>
            <a:lstStyle/>
            <a:p>
              <a:pPr algn="ctr">
                <a:lnSpc>
                  <a:spcPct val="100000"/>
                </a:lnSpc>
              </a:pPr>
              <a:r>
                <a:rPr lang="en-US" sz="2000" b="0" strike="noStrike" spc="-1">
                  <a:latin typeface="Times New Roman"/>
                  <a:ea typeface="ＭＳ Ｐゴシック"/>
                </a:rPr>
                <a:t>fairness</a:t>
              </a:r>
              <a:endParaRPr lang="en-US" sz="20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2000" b="0" strike="noStrike" spc="-1">
                  <a:latin typeface="Times New Roman"/>
                  <a:ea typeface="ＭＳ Ｐゴシック"/>
                </a:rPr>
                <a:t>line</a:t>
              </a:r>
              <a:endParaRPr lang="en-US" sz="2000" b="0" strike="noStrike" spc="-1">
                <a:latin typeface="Arial"/>
              </a:endParaRPr>
            </a:p>
          </p:txBody>
        </p:sp>
        <p:sp>
          <p:nvSpPr>
            <p:cNvPr id="7" name="CustomShape 4">
              <a:extLst>
                <a:ext uri="{FF2B5EF4-FFF2-40B4-BE49-F238E27FC236}">
                  <a16:creationId xmlns:a16="http://schemas.microsoft.com/office/drawing/2014/main" id="{C18AFD25-B78D-C1A6-F053-2F40AAB1D377}"/>
                </a:ext>
              </a:extLst>
            </p:cNvPr>
            <p:cNvSpPr/>
            <p:nvPr/>
          </p:nvSpPr>
          <p:spPr>
            <a:xfrm>
              <a:off x="7997338" y="6411819"/>
              <a:ext cx="1191960" cy="4348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360" tIns="44280" rIns="90360" bIns="44280"/>
            <a:lstStyle/>
            <a:p>
              <a:pPr algn="ctr">
                <a:lnSpc>
                  <a:spcPct val="100000"/>
                </a:lnSpc>
              </a:pPr>
              <a:r>
                <a:rPr lang="en-US" sz="2000" b="0" strike="noStrike" spc="-1">
                  <a:latin typeface="Times New Roman"/>
                  <a:ea typeface="ＭＳ Ｐゴシック"/>
                </a:rPr>
                <a:t>User 1: x</a:t>
              </a:r>
              <a:r>
                <a:rPr lang="en-US" sz="2000" b="0" strike="noStrike" spc="-1" baseline="-25000">
                  <a:latin typeface="Times New Roman"/>
                  <a:ea typeface="ＭＳ Ｐゴシック"/>
                </a:rPr>
                <a:t>1</a:t>
              </a:r>
              <a:endParaRPr lang="en-US" sz="2000" b="0" strike="noStrike" spc="-1">
                <a:latin typeface="Arial"/>
              </a:endParaRPr>
            </a:p>
          </p:txBody>
        </p:sp>
        <p:sp>
          <p:nvSpPr>
            <p:cNvPr id="8" name="CustomShape 5">
              <a:extLst>
                <a:ext uri="{FF2B5EF4-FFF2-40B4-BE49-F238E27FC236}">
                  <a16:creationId xmlns:a16="http://schemas.microsoft.com/office/drawing/2014/main" id="{7BC51D3C-5797-0A7C-7732-ADA3E01761A4}"/>
                </a:ext>
              </a:extLst>
            </p:cNvPr>
            <p:cNvSpPr/>
            <p:nvPr/>
          </p:nvSpPr>
          <p:spPr>
            <a:xfrm rot="16200000">
              <a:off x="5484538" y="3896139"/>
              <a:ext cx="1191600" cy="43452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360" tIns="44280" rIns="90360" bIns="44280"/>
            <a:lstStyle/>
            <a:p>
              <a:pPr algn="ctr">
                <a:lnSpc>
                  <a:spcPct val="100000"/>
                </a:lnSpc>
              </a:pPr>
              <a:r>
                <a:rPr lang="en-US" sz="2000" b="0" strike="noStrike" spc="-1">
                  <a:latin typeface="Times New Roman"/>
                  <a:ea typeface="ＭＳ Ｐゴシック"/>
                </a:rPr>
                <a:t>User 2: x</a:t>
              </a:r>
              <a:r>
                <a:rPr lang="en-US" sz="2000" b="0" strike="noStrike" spc="-1" baseline="-25000">
                  <a:latin typeface="Times New Roman"/>
                  <a:ea typeface="ＭＳ Ｐゴシック"/>
                </a:rPr>
                <a:t>2</a:t>
              </a:r>
              <a:endParaRPr lang="en-US" sz="2000" b="0" strike="noStrike" spc="-1">
                <a:latin typeface="Arial"/>
              </a:endParaRPr>
            </a:p>
          </p:txBody>
        </p:sp>
        <p:sp>
          <p:nvSpPr>
            <p:cNvPr id="9" name="Line 6">
              <a:extLst>
                <a:ext uri="{FF2B5EF4-FFF2-40B4-BE49-F238E27FC236}">
                  <a16:creationId xmlns:a16="http://schemas.microsoft.com/office/drawing/2014/main" id="{D48E5C7D-A3D9-CA1F-B820-96E77BD9A6E1}"/>
                </a:ext>
              </a:extLst>
            </p:cNvPr>
            <p:cNvSpPr/>
            <p:nvPr/>
          </p:nvSpPr>
          <p:spPr>
            <a:xfrm flipH="1">
              <a:off x="6396418" y="2220699"/>
              <a:ext cx="4038480" cy="4054680"/>
            </a:xfrm>
            <a:prstGeom prst="line">
              <a:avLst/>
            </a:prstGeom>
            <a:ln w="25560" cap="rnd">
              <a:solidFill>
                <a:schemeClr val="tx1"/>
              </a:solidFill>
              <a:custDash>
                <a:ds d="800000" sp="300000"/>
              </a:custDash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1ED06061-5256-BD29-F369-61C84AD389AC}"/>
                </a:ext>
              </a:extLst>
            </p:cNvPr>
            <p:cNvSpPr/>
            <p:nvPr/>
          </p:nvSpPr>
          <p:spPr>
            <a:xfrm>
              <a:off x="6396418" y="6259539"/>
              <a:ext cx="4343400" cy="360"/>
            </a:xfrm>
            <a:prstGeom prst="line">
              <a:avLst/>
            </a:prstGeom>
            <a:ln w="25560">
              <a:solidFill>
                <a:schemeClr val="tx1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3F60AEDD-36A5-5B8B-113A-E536F8746A37}"/>
                </a:ext>
              </a:extLst>
            </p:cNvPr>
            <p:cNvSpPr/>
            <p:nvPr/>
          </p:nvSpPr>
          <p:spPr>
            <a:xfrm>
              <a:off x="6396418" y="2068419"/>
              <a:ext cx="4191120" cy="4191120"/>
            </a:xfrm>
            <a:prstGeom prst="line">
              <a:avLst/>
            </a:prstGeom>
            <a:ln w="2556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" name="CustomShape 11">
              <a:extLst>
                <a:ext uri="{FF2B5EF4-FFF2-40B4-BE49-F238E27FC236}">
                  <a16:creationId xmlns:a16="http://schemas.microsoft.com/office/drawing/2014/main" id="{DA5CE74F-1D32-ABA9-B8DB-753D8E1D084E}"/>
                </a:ext>
              </a:extLst>
            </p:cNvPr>
            <p:cNvSpPr/>
            <p:nvPr/>
          </p:nvSpPr>
          <p:spPr>
            <a:xfrm>
              <a:off x="8225218" y="3135459"/>
              <a:ext cx="75960" cy="75960"/>
            </a:xfrm>
            <a:prstGeom prst="ellipse">
              <a:avLst/>
            </a:prstGeom>
            <a:solidFill>
              <a:schemeClr val="tx1"/>
            </a:solidFill>
            <a:ln w="2556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" name="CustomShape 12">
              <a:extLst>
                <a:ext uri="{FF2B5EF4-FFF2-40B4-BE49-F238E27FC236}">
                  <a16:creationId xmlns:a16="http://schemas.microsoft.com/office/drawing/2014/main" id="{AF91C85A-8901-0590-5565-B1DD5FDB641B}"/>
                </a:ext>
              </a:extLst>
            </p:cNvPr>
            <p:cNvSpPr/>
            <p:nvPr/>
          </p:nvSpPr>
          <p:spPr>
            <a:xfrm>
              <a:off x="8301178" y="2982819"/>
              <a:ext cx="888120" cy="4348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360" tIns="44280" rIns="90360" bIns="44280"/>
            <a:lstStyle/>
            <a:p>
              <a:pPr algn="ctr">
                <a:lnSpc>
                  <a:spcPct val="100000"/>
                </a:lnSpc>
              </a:pPr>
              <a:r>
                <a:rPr lang="en-US" sz="2000" b="0" strike="noStrike" spc="-1">
                  <a:latin typeface="Times New Roman"/>
                  <a:ea typeface="ＭＳ Ｐゴシック"/>
                </a:rPr>
                <a:t>(x</a:t>
              </a:r>
              <a:r>
                <a:rPr lang="en-US" sz="2000" b="0" strike="noStrike" spc="-1" baseline="-25000">
                  <a:latin typeface="Times New Roman"/>
                  <a:ea typeface="ＭＳ Ｐゴシック"/>
                </a:rPr>
                <a:t>1</a:t>
              </a:r>
              <a:r>
                <a:rPr lang="en-US" sz="2000" b="0" strike="noStrike" spc="-1">
                  <a:latin typeface="Times New Roman"/>
                  <a:ea typeface="ＭＳ Ｐゴシック"/>
                </a:rPr>
                <a:t>,x</a:t>
              </a:r>
              <a:r>
                <a:rPr lang="en-US" sz="2000" b="0" strike="noStrike" spc="-1" baseline="-25000">
                  <a:latin typeface="Times New Roman"/>
                  <a:ea typeface="ＭＳ Ｐゴシック"/>
                </a:rPr>
                <a:t>2</a:t>
              </a:r>
              <a:r>
                <a:rPr lang="en-US" sz="2000" b="0" strike="noStrike" spc="-1">
                  <a:latin typeface="Times New Roman"/>
                  <a:ea typeface="ＭＳ Ｐゴシック"/>
                </a:rPr>
                <a:t>)</a:t>
              </a:r>
              <a:endParaRPr lang="en-US" sz="2000" b="0" strike="noStrike" spc="-1">
                <a:latin typeface="Arial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FEB1924-72CA-95FF-CCD0-AA6A6608518A}"/>
                </a:ext>
              </a:extLst>
            </p:cNvPr>
            <p:cNvGrpSpPr/>
            <p:nvPr/>
          </p:nvGrpSpPr>
          <p:grpSpPr>
            <a:xfrm>
              <a:off x="6634378" y="3211419"/>
              <a:ext cx="1514520" cy="1273320"/>
              <a:chOff x="4047840" y="2666880"/>
              <a:chExt cx="1514520" cy="1273320"/>
            </a:xfrm>
          </p:grpSpPr>
          <p:sp>
            <p:nvSpPr>
              <p:cNvPr id="22" name="CustomShape 14">
                <a:extLst>
                  <a:ext uri="{FF2B5EF4-FFF2-40B4-BE49-F238E27FC236}">
                    <a16:creationId xmlns:a16="http://schemas.microsoft.com/office/drawing/2014/main" id="{1197C463-4719-ACD1-8708-222B5A927819}"/>
                  </a:ext>
                </a:extLst>
              </p:cNvPr>
              <p:cNvSpPr/>
              <p:nvPr/>
            </p:nvSpPr>
            <p:spPr>
              <a:xfrm>
                <a:off x="4047840" y="3505320"/>
                <a:ext cx="1430640" cy="4348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360" tIns="44280" rIns="90360" bIns="44280"/>
              <a:lstStyle/>
              <a:p>
                <a:pPr algn="ctr">
                  <a:lnSpc>
                    <a:spcPct val="100000"/>
                  </a:lnSpc>
                </a:pPr>
                <a:r>
                  <a:rPr lang="en-US" sz="2000" b="0" strike="noStrike" spc="-1">
                    <a:latin typeface="Times New Roman"/>
                    <a:ea typeface="ＭＳ Ｐゴシック"/>
                  </a:rPr>
                  <a:t>(x</a:t>
                </a:r>
                <a:r>
                  <a:rPr lang="en-US" sz="2000" b="0" strike="noStrike" spc="-1" baseline="-25000">
                    <a:latin typeface="Times New Roman"/>
                    <a:ea typeface="ＭＳ Ｐゴシック"/>
                  </a:rPr>
                  <a:t>1</a:t>
                </a:r>
                <a:r>
                  <a:rPr lang="en-US" sz="2000" b="0" strike="noStrike" spc="-1">
                    <a:latin typeface="Times New Roman"/>
                    <a:ea typeface="ＭＳ Ｐゴシック"/>
                  </a:rPr>
                  <a:t>-a</a:t>
                </a:r>
                <a:r>
                  <a:rPr lang="en-US" sz="2000" b="0" strike="noStrike" spc="-1" baseline="-25000">
                    <a:latin typeface="Times New Roman"/>
                    <a:ea typeface="ＭＳ Ｐゴシック"/>
                  </a:rPr>
                  <a:t>D</a:t>
                </a:r>
                <a:r>
                  <a:rPr lang="en-US" sz="2000" b="0" strike="noStrike" spc="-1">
                    <a:latin typeface="Times New Roman"/>
                    <a:ea typeface="ＭＳ Ｐゴシック"/>
                  </a:rPr>
                  <a:t>,x</a:t>
                </a:r>
                <a:r>
                  <a:rPr lang="en-US" sz="2000" b="0" strike="noStrike" spc="-1" baseline="-25000">
                    <a:latin typeface="Times New Roman"/>
                    <a:ea typeface="ＭＳ Ｐゴシック"/>
                  </a:rPr>
                  <a:t>2</a:t>
                </a:r>
                <a:r>
                  <a:rPr lang="en-US" sz="2000" b="0" strike="noStrike" spc="-1">
                    <a:latin typeface="Times New Roman"/>
                    <a:ea typeface="ＭＳ Ｐゴシック"/>
                  </a:rPr>
                  <a:t>-a</a:t>
                </a:r>
                <a:r>
                  <a:rPr lang="en-US" sz="2000" b="0" strike="noStrike" spc="-1" baseline="-25000">
                    <a:latin typeface="Times New Roman"/>
                    <a:ea typeface="ＭＳ Ｐゴシック"/>
                  </a:rPr>
                  <a:t>D</a:t>
                </a:r>
                <a:r>
                  <a:rPr lang="en-US" sz="2000" b="0" strike="noStrike" spc="-1">
                    <a:latin typeface="Times New Roman"/>
                    <a:ea typeface="ＭＳ Ｐゴシック"/>
                  </a:rPr>
                  <a:t>)</a:t>
                </a:r>
                <a:endParaRPr lang="en-US" sz="2000" b="0" strike="noStrike" spc="-1">
                  <a:latin typeface="Arial"/>
                </a:endParaRPr>
              </a:p>
            </p:txBody>
          </p:sp>
          <p:sp>
            <p:nvSpPr>
              <p:cNvPr id="23" name="CustomShape 15">
                <a:extLst>
                  <a:ext uri="{FF2B5EF4-FFF2-40B4-BE49-F238E27FC236}">
                    <a16:creationId xmlns:a16="http://schemas.microsoft.com/office/drawing/2014/main" id="{697050E6-8B5C-A6AB-69AD-DF789B28E881}"/>
                  </a:ext>
                </a:extLst>
              </p:cNvPr>
              <p:cNvSpPr/>
              <p:nvPr/>
            </p:nvSpPr>
            <p:spPr>
              <a:xfrm>
                <a:off x="4800600" y="3352680"/>
                <a:ext cx="75960" cy="75960"/>
              </a:xfrm>
              <a:prstGeom prst="ellipse">
                <a:avLst/>
              </a:prstGeom>
              <a:solidFill>
                <a:schemeClr val="tx1"/>
              </a:solidFill>
              <a:ln w="25560">
                <a:solidFill>
                  <a:schemeClr val="tx1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4" name="Line 16">
                <a:extLst>
                  <a:ext uri="{FF2B5EF4-FFF2-40B4-BE49-F238E27FC236}">
                    <a16:creationId xmlns:a16="http://schemas.microsoft.com/office/drawing/2014/main" id="{B177FF22-F8D3-2141-FA92-E5412B40D2AA}"/>
                  </a:ext>
                </a:extLst>
              </p:cNvPr>
              <p:cNvSpPr/>
              <p:nvPr/>
            </p:nvSpPr>
            <p:spPr>
              <a:xfrm flipH="1">
                <a:off x="4876560" y="2666880"/>
                <a:ext cx="685800" cy="685800"/>
              </a:xfrm>
              <a:prstGeom prst="line">
                <a:avLst/>
              </a:prstGeom>
              <a:ln w="25560">
                <a:solidFill>
                  <a:schemeClr val="tx1"/>
                </a:solidFill>
                <a:round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15" name="Group 17">
              <a:extLst>
                <a:ext uri="{FF2B5EF4-FFF2-40B4-BE49-F238E27FC236}">
                  <a16:creationId xmlns:a16="http://schemas.microsoft.com/office/drawing/2014/main" id="{77577C8B-84AD-5D6F-0637-862AEE3BEF88}"/>
                </a:ext>
              </a:extLst>
            </p:cNvPr>
            <p:cNvGrpSpPr/>
            <p:nvPr/>
          </p:nvGrpSpPr>
          <p:grpSpPr>
            <a:xfrm>
              <a:off x="7257287" y="2339137"/>
              <a:ext cx="1992491" cy="1481762"/>
              <a:chOff x="4670749" y="1794598"/>
              <a:chExt cx="1992491" cy="1481762"/>
            </a:xfrm>
          </p:grpSpPr>
          <p:sp>
            <p:nvSpPr>
              <p:cNvPr id="19" name="Line 18">
                <a:extLst>
                  <a:ext uri="{FF2B5EF4-FFF2-40B4-BE49-F238E27FC236}">
                    <a16:creationId xmlns:a16="http://schemas.microsoft.com/office/drawing/2014/main" id="{29544E62-FEEA-0F60-1803-F0CF6A62EB90}"/>
                  </a:ext>
                </a:extLst>
              </p:cNvPr>
              <p:cNvSpPr/>
              <p:nvPr/>
            </p:nvSpPr>
            <p:spPr>
              <a:xfrm flipV="1">
                <a:off x="4876560" y="2286000"/>
                <a:ext cx="990720" cy="990360"/>
              </a:xfrm>
              <a:prstGeom prst="line">
                <a:avLst/>
              </a:prstGeom>
              <a:ln w="25560">
                <a:solidFill>
                  <a:schemeClr val="tx1"/>
                </a:solidFill>
                <a:round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0" name="CustomShape 19">
                <a:extLst>
                  <a:ext uri="{FF2B5EF4-FFF2-40B4-BE49-F238E27FC236}">
                    <a16:creationId xmlns:a16="http://schemas.microsoft.com/office/drawing/2014/main" id="{D6F81140-0286-538E-D36B-1BF644CED5ED}"/>
                  </a:ext>
                </a:extLst>
              </p:cNvPr>
              <p:cNvSpPr/>
              <p:nvPr/>
            </p:nvSpPr>
            <p:spPr>
              <a:xfrm>
                <a:off x="4670749" y="1794598"/>
                <a:ext cx="1992491" cy="43488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360" tIns="44280" rIns="90360" bIns="44280"/>
              <a:lstStyle/>
              <a:p>
                <a:pPr algn="ctr">
                  <a:lnSpc>
                    <a:spcPct val="100000"/>
                  </a:lnSpc>
                </a:pPr>
                <a:r>
                  <a:rPr lang="en-US" sz="2000" b="0" strike="noStrike" spc="-1">
                    <a:latin typeface="Times New Roman"/>
                    <a:ea typeface="ＭＳ Ｐゴシック"/>
                  </a:rPr>
                  <a:t>(x</a:t>
                </a:r>
                <a:r>
                  <a:rPr lang="en-US" sz="2000" b="0" strike="noStrike" spc="-1" baseline="-25000">
                    <a:latin typeface="Times New Roman"/>
                    <a:ea typeface="ＭＳ Ｐゴシック"/>
                  </a:rPr>
                  <a:t>1</a:t>
                </a:r>
                <a:r>
                  <a:rPr lang="en-US" sz="2000" b="0" strike="noStrike" spc="-1">
                    <a:latin typeface="Times New Roman"/>
                    <a:ea typeface="ＭＳ Ｐゴシック"/>
                  </a:rPr>
                  <a:t>-a</a:t>
                </a:r>
                <a:r>
                  <a:rPr lang="en-US" sz="2000" b="0" strike="noStrike" spc="-1" baseline="-25000">
                    <a:latin typeface="Times New Roman"/>
                    <a:ea typeface="ＭＳ Ｐゴシック"/>
                  </a:rPr>
                  <a:t>D</a:t>
                </a:r>
                <a:r>
                  <a:rPr lang="en-US" sz="2000" b="0" strike="noStrike" spc="-1">
                    <a:latin typeface="Times New Roman"/>
                    <a:ea typeface="ＭＳ Ｐゴシック"/>
                  </a:rPr>
                  <a:t>+a</a:t>
                </a:r>
                <a:r>
                  <a:rPr lang="en-US" sz="2000" b="0" strike="noStrike" spc="-1" baseline="-25000">
                    <a:latin typeface="Times New Roman"/>
                    <a:ea typeface="ＭＳ Ｐゴシック"/>
                  </a:rPr>
                  <a:t>I</a:t>
                </a:r>
                <a:r>
                  <a:rPr lang="en-US" sz="2000" b="0" strike="noStrike" spc="-1">
                    <a:latin typeface="Times New Roman"/>
                    <a:ea typeface="ＭＳ Ｐゴシック"/>
                  </a:rPr>
                  <a:t>),x</a:t>
                </a:r>
                <a:r>
                  <a:rPr lang="en-US" sz="2000" b="0" strike="noStrike" spc="-1" baseline="-25000">
                    <a:latin typeface="Times New Roman"/>
                    <a:ea typeface="ＭＳ Ｐゴシック"/>
                  </a:rPr>
                  <a:t>2</a:t>
                </a:r>
                <a:r>
                  <a:rPr lang="en-US" sz="2000" b="0" strike="noStrike" spc="-1">
                    <a:latin typeface="Times New Roman"/>
                    <a:ea typeface="ＭＳ Ｐゴシック"/>
                  </a:rPr>
                  <a:t>-a</a:t>
                </a:r>
                <a:r>
                  <a:rPr lang="en-US" sz="2000" b="0" strike="noStrike" spc="-1" baseline="-25000">
                    <a:latin typeface="Times New Roman"/>
                    <a:ea typeface="ＭＳ Ｐゴシック"/>
                  </a:rPr>
                  <a:t>D</a:t>
                </a:r>
                <a:r>
                  <a:rPr lang="en-US" sz="2000" b="0" strike="noStrike" spc="-1">
                    <a:latin typeface="Times New Roman"/>
                    <a:ea typeface="ＭＳ Ｐゴシック"/>
                  </a:rPr>
                  <a:t>+a</a:t>
                </a:r>
                <a:r>
                  <a:rPr lang="en-US" sz="2000" b="0" strike="noStrike" spc="-1" baseline="-25000">
                    <a:latin typeface="Times New Roman"/>
                    <a:ea typeface="ＭＳ Ｐゴシック"/>
                  </a:rPr>
                  <a:t>I</a:t>
                </a:r>
                <a:r>
                  <a:rPr lang="en-US" sz="2000" b="0" strike="noStrike" spc="-1">
                    <a:latin typeface="Times New Roman"/>
                    <a:ea typeface="ＭＳ Ｐゴシック"/>
                  </a:rPr>
                  <a:t>))</a:t>
                </a:r>
                <a:endParaRPr lang="en-US" sz="2000" b="0" strike="noStrike" spc="-1">
                  <a:latin typeface="Arial"/>
                </a:endParaRPr>
              </a:p>
            </p:txBody>
          </p:sp>
          <p:sp>
            <p:nvSpPr>
              <p:cNvPr id="21" name="CustomShape 20">
                <a:extLst>
                  <a:ext uri="{FF2B5EF4-FFF2-40B4-BE49-F238E27FC236}">
                    <a16:creationId xmlns:a16="http://schemas.microsoft.com/office/drawing/2014/main" id="{FE116334-A4DC-45EA-C344-02D84549231B}"/>
                  </a:ext>
                </a:extLst>
              </p:cNvPr>
              <p:cNvSpPr/>
              <p:nvPr/>
            </p:nvSpPr>
            <p:spPr>
              <a:xfrm>
                <a:off x="5943600" y="2286000"/>
                <a:ext cx="75960" cy="75960"/>
              </a:xfrm>
              <a:prstGeom prst="ellipse">
                <a:avLst/>
              </a:prstGeom>
              <a:solidFill>
                <a:schemeClr val="tx1"/>
              </a:solidFill>
              <a:ln w="25560">
                <a:solidFill>
                  <a:schemeClr val="tx1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sp>
          <p:nvSpPr>
            <p:cNvPr id="16" name="CustomShape 21">
              <a:extLst>
                <a:ext uri="{FF2B5EF4-FFF2-40B4-BE49-F238E27FC236}">
                  <a16:creationId xmlns:a16="http://schemas.microsoft.com/office/drawing/2014/main" id="{08D8FC3A-119B-83E5-5CA9-A511D8C406EE}"/>
                </a:ext>
              </a:extLst>
            </p:cNvPr>
            <p:cNvSpPr/>
            <p:nvPr/>
          </p:nvSpPr>
          <p:spPr>
            <a:xfrm rot="19176000">
              <a:off x="9559738" y="4768059"/>
              <a:ext cx="1234800" cy="3016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360" tIns="44280" rIns="90360" bIns="44280"/>
            <a:lstStyle/>
            <a:p>
              <a:pPr algn="ctr">
                <a:lnSpc>
                  <a:spcPct val="100000"/>
                </a:lnSpc>
              </a:pPr>
              <a:r>
                <a:rPr lang="en-US" sz="1400" b="0" strike="noStrike" spc="-1">
                  <a:solidFill>
                    <a:srgbClr val="FF0000"/>
                  </a:solidFill>
                  <a:latin typeface="Arial"/>
                  <a:ea typeface="ＭＳ Ｐゴシック"/>
                </a:rPr>
                <a:t>congested </a:t>
              </a:r>
              <a:r>
                <a:rPr lang="en-US" sz="1400" b="0" strike="noStrike" spc="-1">
                  <a:solidFill>
                    <a:srgbClr val="FF0000"/>
                  </a:solidFill>
                  <a:latin typeface="Wingdings"/>
                  <a:ea typeface="ＭＳ Ｐゴシック"/>
                </a:rPr>
                <a:t>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17" name="CustomShape 22">
              <a:extLst>
                <a:ext uri="{FF2B5EF4-FFF2-40B4-BE49-F238E27FC236}">
                  <a16:creationId xmlns:a16="http://schemas.microsoft.com/office/drawing/2014/main" id="{8250EF54-FE74-DCF5-2FDE-09F00EC874E1}"/>
                </a:ext>
              </a:extLst>
            </p:cNvPr>
            <p:cNvSpPr/>
            <p:nvPr/>
          </p:nvSpPr>
          <p:spPr>
            <a:xfrm rot="19176000">
              <a:off x="8734618" y="5611539"/>
              <a:ext cx="1090080" cy="3016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360" tIns="44280" rIns="90360" bIns="44280"/>
            <a:lstStyle/>
            <a:p>
              <a:pPr algn="ctr">
                <a:lnSpc>
                  <a:spcPct val="100000"/>
                </a:lnSpc>
              </a:pPr>
              <a:r>
                <a:rPr lang="en-US" sz="1400" b="0" strike="noStrike" spc="-1">
                  <a:solidFill>
                    <a:srgbClr val="FF0000"/>
                  </a:solidFill>
                  <a:latin typeface="Wingdings"/>
                  <a:ea typeface="ＭＳ Ｐゴシック"/>
                </a:rPr>
                <a:t></a:t>
              </a:r>
              <a:r>
                <a:rPr lang="en-US" sz="1400" b="0" strike="noStrike" spc="-1">
                  <a:solidFill>
                    <a:srgbClr val="FF0000"/>
                  </a:solidFill>
                  <a:latin typeface="Arial"/>
                  <a:ea typeface="ＭＳ Ｐゴシック"/>
                </a:rPr>
                <a:t> inefficient</a:t>
              </a:r>
              <a:endParaRPr lang="en-US" sz="1400" b="0" strike="noStrike" spc="-1">
                <a:latin typeface="Arial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8FE52EC-CB09-8290-9C3A-959DCFD92E56}"/>
                    </a:ext>
                  </a:extLst>
                </p:cNvPr>
                <p:cNvSpPr txBox="1"/>
                <p:nvPr/>
              </p:nvSpPr>
              <p:spPr>
                <a:xfrm>
                  <a:off x="10394177" y="2369667"/>
                  <a:ext cx="1044324" cy="29823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8FE52EC-CB09-8290-9C3A-959DCFD92E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94177" y="2369667"/>
                  <a:ext cx="1044324" cy="298234"/>
                </a:xfrm>
                <a:prstGeom prst="rect">
                  <a:avLst/>
                </a:prstGeom>
                <a:blipFill>
                  <a:blip r:embed="rId2"/>
                  <a:stretch>
                    <a:fillRect b="-1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214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3CB2D-ADB2-5691-B20C-4CD48BF29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/>
              <a:t>Multiplicative Increase, Multiplicative Decrease(MIMD)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AA779-FFB3-E93E-38B2-BD11D2221B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7"/>
            <a:ext cx="4883618" cy="3541714"/>
          </a:xfrm>
        </p:spPr>
        <p:txBody>
          <a:bodyPr>
            <a:normAutofit/>
          </a:bodyPr>
          <a:lstStyle/>
          <a:p>
            <a:r>
              <a:rPr lang="en-US" altLang="en-US">
                <a:solidFill>
                  <a:srgbClr val="FFFFCC"/>
                </a:solidFill>
              </a:rPr>
              <a:t>a</a:t>
            </a:r>
            <a:r>
              <a:rPr lang="en-US" altLang="en-US" baseline="-25000">
                <a:solidFill>
                  <a:srgbClr val="FFFFCC"/>
                </a:solidFill>
              </a:rPr>
              <a:t>I</a:t>
            </a:r>
            <a:r>
              <a:rPr lang="en-US" altLang="en-US">
                <a:solidFill>
                  <a:srgbClr val="FFFFCC"/>
                </a:solidFill>
              </a:rPr>
              <a:t>=0, b</a:t>
            </a:r>
            <a:r>
              <a:rPr lang="en-US" altLang="en-US" baseline="-25000">
                <a:solidFill>
                  <a:srgbClr val="FFFFCC"/>
                </a:solidFill>
              </a:rPr>
              <a:t>I</a:t>
            </a:r>
            <a:r>
              <a:rPr lang="en-US" altLang="en-US">
                <a:solidFill>
                  <a:srgbClr val="FFFFCC"/>
                </a:solidFill>
              </a:rPr>
              <a:t>&gt;1, a</a:t>
            </a:r>
            <a:r>
              <a:rPr lang="en-US" altLang="en-US" baseline="-25000">
                <a:solidFill>
                  <a:srgbClr val="FFFFCC"/>
                </a:solidFill>
              </a:rPr>
              <a:t>D</a:t>
            </a:r>
            <a:r>
              <a:rPr lang="en-US" altLang="en-US">
                <a:solidFill>
                  <a:srgbClr val="FFFFCC"/>
                </a:solidFill>
              </a:rPr>
              <a:t>=0, 0&lt;b</a:t>
            </a:r>
            <a:r>
              <a:rPr lang="en-US" altLang="en-US" baseline="-25000">
                <a:solidFill>
                  <a:srgbClr val="FFFFCC"/>
                </a:solidFill>
              </a:rPr>
              <a:t>D</a:t>
            </a:r>
            <a:r>
              <a:rPr lang="en-US" altLang="en-US">
                <a:solidFill>
                  <a:srgbClr val="FFFFCC"/>
                </a:solidFill>
              </a:rPr>
              <a:t>&lt;1</a:t>
            </a:r>
          </a:p>
          <a:p>
            <a:r>
              <a:rPr lang="en-US" altLang="en-US"/>
              <a:t>Efficiency is well-maintained.</a:t>
            </a:r>
          </a:p>
          <a:p>
            <a:r>
              <a:rPr lang="en-US" altLang="en-US"/>
              <a:t>Aggressively increasing sending </a:t>
            </a:r>
          </a:p>
          <a:p>
            <a:pPr marL="0" indent="0">
              <a:buNone/>
            </a:pPr>
            <a:r>
              <a:rPr lang="en-US" altLang="en-US"/>
              <a:t>  rates and proportionally reducing </a:t>
            </a:r>
          </a:p>
          <a:p>
            <a:pPr marL="0" indent="0">
              <a:buNone/>
            </a:pPr>
            <a:r>
              <a:rPr lang="en-US" altLang="en-US"/>
              <a:t>  them upon congestion</a:t>
            </a:r>
          </a:p>
          <a:p>
            <a:endParaRPr lang="en-US" altLang="en-US" sz="2800">
              <a:latin typeface="Times New Roman" panose="02020603050405020304" pitchFamily="18" charset="0"/>
            </a:endParaRPr>
          </a:p>
          <a:p>
            <a:endParaRPr lang="en-IN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F2F96A8-F4C8-2750-8FA4-B6661DC13F1B}"/>
              </a:ext>
            </a:extLst>
          </p:cNvPr>
          <p:cNvGrpSpPr/>
          <p:nvPr/>
        </p:nvGrpSpPr>
        <p:grpSpPr>
          <a:xfrm>
            <a:off x="5995064" y="1741873"/>
            <a:ext cx="5516473" cy="4727752"/>
            <a:chOff x="6096000" y="1499836"/>
            <a:chExt cx="5690344" cy="5187780"/>
          </a:xfrm>
        </p:grpSpPr>
        <p:sp>
          <p:nvSpPr>
            <p:cNvPr id="5" name="Line 3">
              <a:extLst>
                <a:ext uri="{FF2B5EF4-FFF2-40B4-BE49-F238E27FC236}">
                  <a16:creationId xmlns:a16="http://schemas.microsoft.com/office/drawing/2014/main" id="{99D8F4AE-256B-B126-9E11-C67A7490D40E}"/>
                </a:ext>
              </a:extLst>
            </p:cNvPr>
            <p:cNvSpPr/>
            <p:nvPr/>
          </p:nvSpPr>
          <p:spPr>
            <a:xfrm flipV="1">
              <a:off x="6629340" y="1757056"/>
              <a:ext cx="360" cy="4343400"/>
            </a:xfrm>
            <a:prstGeom prst="line">
              <a:avLst/>
            </a:prstGeom>
            <a:ln w="25560">
              <a:solidFill>
                <a:schemeClr val="tx1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6" name="CustomShape 4">
              <a:extLst>
                <a:ext uri="{FF2B5EF4-FFF2-40B4-BE49-F238E27FC236}">
                  <a16:creationId xmlns:a16="http://schemas.microsoft.com/office/drawing/2014/main" id="{4DEAB7C1-7CBD-E42C-D025-C96DA3ECAF1D}"/>
                </a:ext>
              </a:extLst>
            </p:cNvPr>
            <p:cNvSpPr/>
            <p:nvPr/>
          </p:nvSpPr>
          <p:spPr>
            <a:xfrm>
              <a:off x="8230260" y="6252736"/>
              <a:ext cx="1191960" cy="4348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360" tIns="44280" rIns="90360" bIns="44280"/>
            <a:lstStyle/>
            <a:p>
              <a:pPr algn="ctr">
                <a:lnSpc>
                  <a:spcPct val="100000"/>
                </a:lnSpc>
              </a:pPr>
              <a:r>
                <a:rPr lang="en-US" sz="2000" b="0" strike="noStrike" spc="-1">
                  <a:latin typeface="Times New Roman"/>
                  <a:ea typeface="ＭＳ Ｐゴシック"/>
                </a:rPr>
                <a:t>User 1: x</a:t>
              </a:r>
              <a:r>
                <a:rPr lang="en-US" sz="2000" b="0" strike="noStrike" spc="-1" baseline="-25000">
                  <a:latin typeface="Times New Roman"/>
                  <a:ea typeface="ＭＳ Ｐゴシック"/>
                </a:rPr>
                <a:t>1</a:t>
              </a:r>
              <a:endParaRPr lang="en-US" sz="2000" b="0" strike="noStrike" spc="-1">
                <a:latin typeface="Arial"/>
              </a:endParaRPr>
            </a:p>
          </p:txBody>
        </p:sp>
        <p:sp>
          <p:nvSpPr>
            <p:cNvPr id="7" name="CustomShape 5">
              <a:extLst>
                <a:ext uri="{FF2B5EF4-FFF2-40B4-BE49-F238E27FC236}">
                  <a16:creationId xmlns:a16="http://schemas.microsoft.com/office/drawing/2014/main" id="{760053D6-1B97-FE0E-1DAC-3D3E9078316F}"/>
                </a:ext>
              </a:extLst>
            </p:cNvPr>
            <p:cNvSpPr/>
            <p:nvPr/>
          </p:nvSpPr>
          <p:spPr>
            <a:xfrm rot="16200000">
              <a:off x="5717460" y="3737056"/>
              <a:ext cx="1191600" cy="43452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360" tIns="44280" rIns="90360" bIns="44280"/>
            <a:lstStyle/>
            <a:p>
              <a:pPr algn="ctr">
                <a:lnSpc>
                  <a:spcPct val="100000"/>
                </a:lnSpc>
              </a:pPr>
              <a:r>
                <a:rPr lang="en-US" sz="2000" b="0" strike="noStrike" spc="-1">
                  <a:latin typeface="Times New Roman"/>
                  <a:ea typeface="ＭＳ Ｐゴシック"/>
                </a:rPr>
                <a:t>User 2: x</a:t>
              </a:r>
              <a:r>
                <a:rPr lang="en-US" sz="2000" b="0" strike="noStrike" spc="-1" baseline="-25000">
                  <a:latin typeface="Times New Roman"/>
                  <a:ea typeface="ＭＳ Ｐゴシック"/>
                </a:rPr>
                <a:t>2</a:t>
              </a:r>
              <a:endParaRPr lang="en-US" sz="2000" b="0" strike="noStrike" spc="-1">
                <a:latin typeface="Arial"/>
              </a:endParaRPr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000540C8-6EAA-A524-B740-3376BF877367}"/>
                </a:ext>
              </a:extLst>
            </p:cNvPr>
            <p:cNvSpPr/>
            <p:nvPr/>
          </p:nvSpPr>
          <p:spPr>
            <a:xfrm flipH="1">
              <a:off x="6629340" y="2061616"/>
              <a:ext cx="4038480" cy="4054680"/>
            </a:xfrm>
            <a:prstGeom prst="line">
              <a:avLst/>
            </a:prstGeom>
            <a:ln w="25560" cap="rnd">
              <a:solidFill>
                <a:schemeClr val="tx1"/>
              </a:solidFill>
              <a:custDash>
                <a:ds d="800000" sp="300000"/>
              </a:custDash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9" name="CustomShape 7">
              <a:extLst>
                <a:ext uri="{FF2B5EF4-FFF2-40B4-BE49-F238E27FC236}">
                  <a16:creationId xmlns:a16="http://schemas.microsoft.com/office/drawing/2014/main" id="{709974FB-D14F-4B41-7BAF-F29063772C8E}"/>
                </a:ext>
              </a:extLst>
            </p:cNvPr>
            <p:cNvSpPr/>
            <p:nvPr/>
          </p:nvSpPr>
          <p:spPr>
            <a:xfrm>
              <a:off x="10728752" y="1499836"/>
              <a:ext cx="737999" cy="51444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360" tIns="44280" rIns="90360" bIns="44280"/>
            <a:lstStyle/>
            <a:p>
              <a:pPr algn="ctr">
                <a:lnSpc>
                  <a:spcPct val="100000"/>
                </a:lnSpc>
              </a:pPr>
              <a:r>
                <a:rPr lang="en-US" sz="2000" b="0" strike="noStrike" spc="-1">
                  <a:latin typeface="Times New Roman"/>
                  <a:ea typeface="ＭＳ Ｐゴシック"/>
                </a:rPr>
                <a:t>fairness</a:t>
              </a:r>
              <a:endParaRPr lang="en-US" sz="20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2000" b="0" strike="noStrike" spc="-1">
                  <a:latin typeface="Times New Roman"/>
                  <a:ea typeface="ＭＳ Ｐゴシック"/>
                </a:rPr>
                <a:t>line</a:t>
              </a:r>
              <a:endParaRPr lang="en-US" sz="2000" b="0" strike="noStrike" spc="-1">
                <a:latin typeface="Arial"/>
              </a:endParaRPr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1E81AACE-866F-1786-2466-18958BE07572}"/>
                </a:ext>
              </a:extLst>
            </p:cNvPr>
            <p:cNvSpPr/>
            <p:nvPr/>
          </p:nvSpPr>
          <p:spPr>
            <a:xfrm>
              <a:off x="6629340" y="6100456"/>
              <a:ext cx="4343400" cy="360"/>
            </a:xfrm>
            <a:prstGeom prst="line">
              <a:avLst/>
            </a:prstGeom>
            <a:ln w="25560">
              <a:solidFill>
                <a:schemeClr val="tx1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486AE6C2-7172-E1B4-238A-6FCADC901A39}"/>
                </a:ext>
              </a:extLst>
            </p:cNvPr>
            <p:cNvSpPr/>
            <p:nvPr/>
          </p:nvSpPr>
          <p:spPr>
            <a:xfrm>
              <a:off x="6629340" y="1909336"/>
              <a:ext cx="4191120" cy="4191120"/>
            </a:xfrm>
            <a:prstGeom prst="line">
              <a:avLst/>
            </a:prstGeom>
            <a:ln w="2556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2" name="CustomShape 11">
              <a:extLst>
                <a:ext uri="{FF2B5EF4-FFF2-40B4-BE49-F238E27FC236}">
                  <a16:creationId xmlns:a16="http://schemas.microsoft.com/office/drawing/2014/main" id="{B87D2FEE-1B41-A525-A48C-F0FC562F1DDB}"/>
                </a:ext>
              </a:extLst>
            </p:cNvPr>
            <p:cNvSpPr/>
            <p:nvPr/>
          </p:nvSpPr>
          <p:spPr>
            <a:xfrm>
              <a:off x="7547120" y="2137936"/>
              <a:ext cx="746499" cy="4348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360" tIns="44280" rIns="90360" bIns="44280"/>
            <a:lstStyle/>
            <a:p>
              <a:pPr algn="ctr">
                <a:lnSpc>
                  <a:spcPct val="100000"/>
                </a:lnSpc>
              </a:pPr>
              <a:r>
                <a:rPr lang="en-US" sz="2000" b="0" strike="noStrike" spc="-1">
                  <a:latin typeface="Times New Roman"/>
                  <a:ea typeface="ＭＳ Ｐゴシック"/>
                </a:rPr>
                <a:t>(x</a:t>
              </a:r>
              <a:r>
                <a:rPr lang="en-US" sz="2000" b="0" strike="noStrike" spc="-1" baseline="-25000">
                  <a:latin typeface="Times New Roman"/>
                  <a:ea typeface="ＭＳ Ｐゴシック"/>
                </a:rPr>
                <a:t>1</a:t>
              </a:r>
              <a:r>
                <a:rPr lang="en-US" sz="2000" b="0" strike="noStrike" spc="-1">
                  <a:latin typeface="Times New Roman"/>
                  <a:ea typeface="ＭＳ Ｐゴシック"/>
                </a:rPr>
                <a:t>,x</a:t>
              </a:r>
              <a:r>
                <a:rPr lang="en-US" sz="2000" b="0" strike="noStrike" spc="-1" baseline="-25000">
                  <a:latin typeface="Times New Roman"/>
                  <a:ea typeface="ＭＳ Ｐゴシック"/>
                </a:rPr>
                <a:t>2</a:t>
              </a:r>
              <a:r>
                <a:rPr lang="en-US" sz="2000" b="0" strike="noStrike" spc="-1">
                  <a:latin typeface="Times New Roman"/>
                  <a:ea typeface="ＭＳ Ｐゴシック"/>
                </a:rPr>
                <a:t>)</a:t>
              </a:r>
              <a:endParaRPr lang="en-US" sz="2000" b="0" strike="noStrike" spc="-1">
                <a:latin typeface="Arial"/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F712523-7CDA-3F5B-7855-3D35E0F62CD3}"/>
                </a:ext>
              </a:extLst>
            </p:cNvPr>
            <p:cNvGrpSpPr/>
            <p:nvPr/>
          </p:nvGrpSpPr>
          <p:grpSpPr>
            <a:xfrm>
              <a:off x="6629340" y="2671096"/>
              <a:ext cx="1564200" cy="3429360"/>
              <a:chOff x="3809880" y="2285640"/>
              <a:chExt cx="1564200" cy="3429360"/>
            </a:xfrm>
          </p:grpSpPr>
          <p:sp>
            <p:nvSpPr>
              <p:cNvPr id="22" name="CustomShape 13">
                <a:extLst>
                  <a:ext uri="{FF2B5EF4-FFF2-40B4-BE49-F238E27FC236}">
                    <a16:creationId xmlns:a16="http://schemas.microsoft.com/office/drawing/2014/main" id="{81080074-A06E-52D0-3F5E-A6F599AC7D26}"/>
                  </a:ext>
                </a:extLst>
              </p:cNvPr>
              <p:cNvSpPr/>
              <p:nvPr/>
            </p:nvSpPr>
            <p:spPr>
              <a:xfrm>
                <a:off x="4147200" y="3505320"/>
                <a:ext cx="1226880" cy="4348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360" tIns="44280" rIns="90360" bIns="44280"/>
              <a:lstStyle/>
              <a:p>
                <a:pPr algn="ctr">
                  <a:lnSpc>
                    <a:spcPct val="100000"/>
                  </a:lnSpc>
                </a:pPr>
                <a:r>
                  <a:rPr lang="en-US" sz="2000" b="0" strike="noStrike" spc="-1">
                    <a:latin typeface="Times New Roman"/>
                    <a:ea typeface="ＭＳ Ｐゴシック"/>
                  </a:rPr>
                  <a:t>(b</a:t>
                </a:r>
                <a:r>
                  <a:rPr lang="en-US" sz="2000" b="0" strike="noStrike" spc="-1" baseline="-25000">
                    <a:latin typeface="Times New Roman"/>
                    <a:ea typeface="ＭＳ Ｐゴシック"/>
                  </a:rPr>
                  <a:t>d</a:t>
                </a:r>
                <a:r>
                  <a:rPr lang="en-US" sz="2000" b="0" strike="noStrike" spc="-1">
                    <a:latin typeface="Times New Roman"/>
                    <a:ea typeface="ＭＳ Ｐゴシック"/>
                  </a:rPr>
                  <a:t>x</a:t>
                </a:r>
                <a:r>
                  <a:rPr lang="en-US" sz="2000" b="0" strike="noStrike" spc="-1" baseline="-25000">
                    <a:latin typeface="Times New Roman"/>
                    <a:ea typeface="ＭＳ Ｐゴシック"/>
                  </a:rPr>
                  <a:t>1</a:t>
                </a:r>
                <a:r>
                  <a:rPr lang="en-US" sz="2000" b="0" strike="noStrike" spc="-1">
                    <a:latin typeface="Times New Roman"/>
                    <a:ea typeface="ＭＳ Ｐゴシック"/>
                  </a:rPr>
                  <a:t>,b</a:t>
                </a:r>
                <a:r>
                  <a:rPr lang="en-US" sz="2000" b="0" strike="noStrike" spc="-1" baseline="-25000">
                    <a:latin typeface="Times New Roman"/>
                    <a:ea typeface="ＭＳ Ｐゴシック"/>
                  </a:rPr>
                  <a:t>d</a:t>
                </a:r>
                <a:r>
                  <a:rPr lang="en-US" sz="2000" b="0" strike="noStrike" spc="-1">
                    <a:latin typeface="Times New Roman"/>
                    <a:ea typeface="ＭＳ Ｐゴシック"/>
                  </a:rPr>
                  <a:t>x</a:t>
                </a:r>
                <a:r>
                  <a:rPr lang="en-US" sz="2000" b="0" strike="noStrike" spc="-1" baseline="-25000">
                    <a:latin typeface="Times New Roman"/>
                    <a:ea typeface="ＭＳ Ｐゴシック"/>
                  </a:rPr>
                  <a:t>2</a:t>
                </a:r>
                <a:r>
                  <a:rPr lang="en-US" sz="2000" b="0" strike="noStrike" spc="-1">
                    <a:latin typeface="Times New Roman"/>
                    <a:ea typeface="ＭＳ Ｐゴシック"/>
                  </a:rPr>
                  <a:t>)</a:t>
                </a:r>
                <a:endParaRPr lang="en-US" sz="2000" b="0" strike="noStrike" spc="-1">
                  <a:latin typeface="Arial"/>
                </a:endParaRPr>
              </a:p>
            </p:txBody>
          </p:sp>
          <p:sp>
            <p:nvSpPr>
              <p:cNvPr id="23" name="CustomShape 14">
                <a:extLst>
                  <a:ext uri="{FF2B5EF4-FFF2-40B4-BE49-F238E27FC236}">
                    <a16:creationId xmlns:a16="http://schemas.microsoft.com/office/drawing/2014/main" id="{0AFBC5AF-6A64-6A54-11FF-3D1D9261D188}"/>
                  </a:ext>
                </a:extLst>
              </p:cNvPr>
              <p:cNvSpPr/>
              <p:nvPr/>
            </p:nvSpPr>
            <p:spPr>
              <a:xfrm>
                <a:off x="4800600" y="3352680"/>
                <a:ext cx="75960" cy="75960"/>
              </a:xfrm>
              <a:prstGeom prst="ellipse">
                <a:avLst/>
              </a:prstGeom>
              <a:solidFill>
                <a:schemeClr val="tx1"/>
              </a:solidFill>
              <a:ln w="25560">
                <a:solidFill>
                  <a:schemeClr val="tx1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4" name="Line 15">
                <a:extLst>
                  <a:ext uri="{FF2B5EF4-FFF2-40B4-BE49-F238E27FC236}">
                    <a16:creationId xmlns:a16="http://schemas.microsoft.com/office/drawing/2014/main" id="{92A2F337-DB60-D241-AB13-74512D1A7C03}"/>
                  </a:ext>
                </a:extLst>
              </p:cNvPr>
              <p:cNvSpPr/>
              <p:nvPr/>
            </p:nvSpPr>
            <p:spPr>
              <a:xfrm flipV="1">
                <a:off x="4876560" y="2285640"/>
                <a:ext cx="457200" cy="990720"/>
              </a:xfrm>
              <a:prstGeom prst="line">
                <a:avLst/>
              </a:prstGeom>
              <a:ln w="25560">
                <a:solidFill>
                  <a:schemeClr val="tx1"/>
                </a:solidFill>
                <a:round/>
                <a:head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5" name="Line 16">
                <a:extLst>
                  <a:ext uri="{FF2B5EF4-FFF2-40B4-BE49-F238E27FC236}">
                    <a16:creationId xmlns:a16="http://schemas.microsoft.com/office/drawing/2014/main" id="{6340397D-2E4B-5FE7-76EC-1A350C64477B}"/>
                  </a:ext>
                </a:extLst>
              </p:cNvPr>
              <p:cNvSpPr/>
              <p:nvPr/>
            </p:nvSpPr>
            <p:spPr>
              <a:xfrm flipV="1">
                <a:off x="3809880" y="3429000"/>
                <a:ext cx="990720" cy="2286000"/>
              </a:xfrm>
              <a:prstGeom prst="line">
                <a:avLst/>
              </a:prstGeom>
              <a:ln w="25560" cap="rnd">
                <a:solidFill>
                  <a:schemeClr val="tx1"/>
                </a:solidFill>
                <a:custDash>
                  <a:ds d="100000" sp="100000"/>
                </a:custDash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grpSp>
          <p:nvGrpSpPr>
            <p:cNvPr id="14" name="Group 17">
              <a:extLst>
                <a:ext uri="{FF2B5EF4-FFF2-40B4-BE49-F238E27FC236}">
                  <a16:creationId xmlns:a16="http://schemas.microsoft.com/office/drawing/2014/main" id="{A52CDDA7-2C55-7D0D-BA6A-74FDDD2E154D}"/>
                </a:ext>
              </a:extLst>
            </p:cNvPr>
            <p:cNvGrpSpPr/>
            <p:nvPr/>
          </p:nvGrpSpPr>
          <p:grpSpPr>
            <a:xfrm>
              <a:off x="7772340" y="2616820"/>
              <a:ext cx="2028660" cy="1044996"/>
              <a:chOff x="4952880" y="2231364"/>
              <a:chExt cx="2028660" cy="1044996"/>
            </a:xfrm>
          </p:grpSpPr>
          <p:sp>
            <p:nvSpPr>
              <p:cNvPr id="19" name="CustomShape 18">
                <a:extLst>
                  <a:ext uri="{FF2B5EF4-FFF2-40B4-BE49-F238E27FC236}">
                    <a16:creationId xmlns:a16="http://schemas.microsoft.com/office/drawing/2014/main" id="{536A59F5-9CA0-FC8D-F8C7-838957FFA79B}"/>
                  </a:ext>
                </a:extLst>
              </p:cNvPr>
              <p:cNvSpPr/>
              <p:nvPr/>
            </p:nvSpPr>
            <p:spPr>
              <a:xfrm>
                <a:off x="5257800" y="2438280"/>
                <a:ext cx="75960" cy="75960"/>
              </a:xfrm>
              <a:prstGeom prst="ellipse">
                <a:avLst/>
              </a:prstGeom>
              <a:solidFill>
                <a:schemeClr val="tx1"/>
              </a:solidFill>
              <a:ln w="25560">
                <a:solidFill>
                  <a:schemeClr val="tx1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0" name="Line 19">
                <a:extLst>
                  <a:ext uri="{FF2B5EF4-FFF2-40B4-BE49-F238E27FC236}">
                    <a16:creationId xmlns:a16="http://schemas.microsoft.com/office/drawing/2014/main" id="{31446A17-BCBA-5408-56E5-92C29EE5D701}"/>
                  </a:ext>
                </a:extLst>
              </p:cNvPr>
              <p:cNvSpPr/>
              <p:nvPr/>
            </p:nvSpPr>
            <p:spPr>
              <a:xfrm flipV="1">
                <a:off x="4952880" y="2590560"/>
                <a:ext cx="304920" cy="685800"/>
              </a:xfrm>
              <a:prstGeom prst="line">
                <a:avLst/>
              </a:prstGeom>
              <a:ln w="25560">
                <a:solidFill>
                  <a:schemeClr val="tx1"/>
                </a:solidFill>
                <a:round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1" name="CustomShape 20">
                <a:extLst>
                  <a:ext uri="{FF2B5EF4-FFF2-40B4-BE49-F238E27FC236}">
                    <a16:creationId xmlns:a16="http://schemas.microsoft.com/office/drawing/2014/main" id="{EEC4B933-C626-6A55-DD6C-230CAB914F29}"/>
                  </a:ext>
                </a:extLst>
              </p:cNvPr>
              <p:cNvSpPr/>
              <p:nvPr/>
            </p:nvSpPr>
            <p:spPr>
              <a:xfrm>
                <a:off x="5333761" y="2231364"/>
                <a:ext cx="1647779" cy="43488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360" tIns="44280" rIns="90360" bIns="44280"/>
              <a:lstStyle/>
              <a:p>
                <a:pPr algn="ctr">
                  <a:lnSpc>
                    <a:spcPct val="100000"/>
                  </a:lnSpc>
                </a:pPr>
                <a:r>
                  <a:rPr lang="en-US" sz="2000" b="0" strike="noStrike" spc="-1">
                    <a:latin typeface="Times New Roman"/>
                    <a:ea typeface="ＭＳ Ｐゴシック"/>
                  </a:rPr>
                  <a:t>(b</a:t>
                </a:r>
                <a:r>
                  <a:rPr lang="en-US" sz="2000" b="0" strike="noStrike" spc="-1" baseline="-25000">
                    <a:latin typeface="Times New Roman"/>
                    <a:ea typeface="ＭＳ Ｐゴシック"/>
                  </a:rPr>
                  <a:t>I</a:t>
                </a:r>
                <a:r>
                  <a:rPr lang="en-US" sz="2000" b="0" strike="noStrike" spc="-1">
                    <a:latin typeface="Times New Roman"/>
                    <a:ea typeface="ＭＳ Ｐゴシック"/>
                  </a:rPr>
                  <a:t>b</a:t>
                </a:r>
                <a:r>
                  <a:rPr lang="en-US" sz="2000" b="0" strike="noStrike" spc="-1" baseline="-25000">
                    <a:latin typeface="Times New Roman"/>
                    <a:ea typeface="ＭＳ Ｐゴシック"/>
                  </a:rPr>
                  <a:t>D</a:t>
                </a:r>
                <a:r>
                  <a:rPr lang="en-US" sz="2000" b="0" strike="noStrike" spc="-1">
                    <a:latin typeface="Times New Roman"/>
                    <a:ea typeface="ＭＳ Ｐゴシック"/>
                  </a:rPr>
                  <a:t>x</a:t>
                </a:r>
                <a:r>
                  <a:rPr lang="en-US" sz="2000" b="0" strike="noStrike" spc="-1" baseline="-25000">
                    <a:latin typeface="Times New Roman"/>
                    <a:ea typeface="ＭＳ Ｐゴシック"/>
                  </a:rPr>
                  <a:t>1</a:t>
                </a:r>
                <a:r>
                  <a:rPr lang="en-US" sz="2000" b="0" strike="noStrike" spc="-1">
                    <a:latin typeface="Times New Roman"/>
                    <a:ea typeface="ＭＳ Ｐゴシック"/>
                  </a:rPr>
                  <a:t>,b</a:t>
                </a:r>
                <a:r>
                  <a:rPr lang="en-US" sz="2000" b="0" strike="noStrike" spc="-1" baseline="-25000">
                    <a:latin typeface="Times New Roman"/>
                    <a:ea typeface="ＭＳ Ｐゴシック"/>
                  </a:rPr>
                  <a:t>I</a:t>
                </a:r>
                <a:r>
                  <a:rPr lang="en-US" sz="2000" b="0" strike="noStrike" spc="-1">
                    <a:latin typeface="Times New Roman"/>
                    <a:ea typeface="ＭＳ Ｐゴシック"/>
                  </a:rPr>
                  <a:t>b</a:t>
                </a:r>
                <a:r>
                  <a:rPr lang="en-US" sz="2000" b="0" strike="noStrike" spc="-1" baseline="-25000">
                    <a:latin typeface="Times New Roman"/>
                    <a:ea typeface="ＭＳ Ｐゴシック"/>
                  </a:rPr>
                  <a:t>D</a:t>
                </a:r>
                <a:r>
                  <a:rPr lang="en-US" sz="2000" b="0" strike="noStrike" spc="-1">
                    <a:latin typeface="Times New Roman"/>
                    <a:ea typeface="ＭＳ Ｐゴシック"/>
                  </a:rPr>
                  <a:t>x</a:t>
                </a:r>
                <a:r>
                  <a:rPr lang="en-US" sz="2000" b="0" strike="noStrike" spc="-1" baseline="-25000">
                    <a:latin typeface="Times New Roman"/>
                    <a:ea typeface="ＭＳ Ｐゴシック"/>
                  </a:rPr>
                  <a:t>2</a:t>
                </a:r>
                <a:r>
                  <a:rPr lang="en-US" sz="2000" b="0" strike="noStrike" spc="-1">
                    <a:latin typeface="Times New Roman"/>
                    <a:ea typeface="ＭＳ Ｐゴシック"/>
                  </a:rPr>
                  <a:t>)</a:t>
                </a:r>
                <a:endParaRPr lang="en-US" sz="2000" b="0" strike="noStrike" spc="-1">
                  <a:latin typeface="Arial"/>
                </a:endParaRPr>
              </a:p>
            </p:txBody>
          </p:sp>
        </p:grpSp>
        <p:sp>
          <p:nvSpPr>
            <p:cNvPr id="15" name="CustomShape 21">
              <a:extLst>
                <a:ext uri="{FF2B5EF4-FFF2-40B4-BE49-F238E27FC236}">
                  <a16:creationId xmlns:a16="http://schemas.microsoft.com/office/drawing/2014/main" id="{881CE614-86D2-4034-746D-4EE88B54504F}"/>
                </a:ext>
              </a:extLst>
            </p:cNvPr>
            <p:cNvSpPr/>
            <p:nvPr/>
          </p:nvSpPr>
          <p:spPr>
            <a:xfrm>
              <a:off x="8153580" y="2519176"/>
              <a:ext cx="75960" cy="75960"/>
            </a:xfrm>
            <a:prstGeom prst="ellipse">
              <a:avLst/>
            </a:prstGeom>
            <a:solidFill>
              <a:schemeClr val="tx1"/>
            </a:solidFill>
            <a:ln w="2556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6" name="CustomShape 22">
              <a:extLst>
                <a:ext uri="{FF2B5EF4-FFF2-40B4-BE49-F238E27FC236}">
                  <a16:creationId xmlns:a16="http://schemas.microsoft.com/office/drawing/2014/main" id="{71A95A07-45F2-BF36-1F98-1B9F51997EC6}"/>
                </a:ext>
              </a:extLst>
            </p:cNvPr>
            <p:cNvSpPr/>
            <p:nvPr/>
          </p:nvSpPr>
          <p:spPr>
            <a:xfrm rot="19176000">
              <a:off x="9792660" y="4636696"/>
              <a:ext cx="1234800" cy="3016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360" tIns="44280" rIns="90360" bIns="44280"/>
            <a:lstStyle/>
            <a:p>
              <a:pPr algn="ctr">
                <a:lnSpc>
                  <a:spcPct val="100000"/>
                </a:lnSpc>
              </a:pPr>
              <a:r>
                <a:rPr lang="en-US" sz="1400" b="0" strike="noStrike" spc="-1">
                  <a:solidFill>
                    <a:srgbClr val="FF0000"/>
                  </a:solidFill>
                  <a:latin typeface="Arial"/>
                  <a:ea typeface="ＭＳ Ｐゴシック"/>
                </a:rPr>
                <a:t>congested </a:t>
              </a:r>
              <a:r>
                <a:rPr lang="en-US" sz="1400" b="0" strike="noStrike" spc="-1">
                  <a:solidFill>
                    <a:srgbClr val="FF0000"/>
                  </a:solidFill>
                  <a:latin typeface="Wingdings"/>
                  <a:ea typeface="ＭＳ Ｐゴシック"/>
                </a:rPr>
                <a:t>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17" name="CustomShape 23">
              <a:extLst>
                <a:ext uri="{FF2B5EF4-FFF2-40B4-BE49-F238E27FC236}">
                  <a16:creationId xmlns:a16="http://schemas.microsoft.com/office/drawing/2014/main" id="{D04D1C8D-1E4C-40E0-1992-85D1AFEC553E}"/>
                </a:ext>
              </a:extLst>
            </p:cNvPr>
            <p:cNvSpPr/>
            <p:nvPr/>
          </p:nvSpPr>
          <p:spPr>
            <a:xfrm rot="19176000">
              <a:off x="8967540" y="5480536"/>
              <a:ext cx="1090080" cy="3016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360" tIns="44280" rIns="90360" bIns="44280"/>
            <a:lstStyle/>
            <a:p>
              <a:pPr algn="ctr">
                <a:lnSpc>
                  <a:spcPct val="100000"/>
                </a:lnSpc>
              </a:pPr>
              <a:r>
                <a:rPr lang="en-US" sz="1400" b="0" strike="noStrike" spc="-1">
                  <a:solidFill>
                    <a:srgbClr val="FF0000"/>
                  </a:solidFill>
                  <a:latin typeface="Wingdings"/>
                  <a:ea typeface="ＭＳ Ｐゴシック"/>
                </a:rPr>
                <a:t></a:t>
              </a:r>
              <a:r>
                <a:rPr lang="en-US" sz="1400" b="0" strike="noStrike" spc="-1">
                  <a:solidFill>
                    <a:srgbClr val="FF0000"/>
                  </a:solidFill>
                  <a:latin typeface="Arial"/>
                  <a:ea typeface="ＭＳ Ｐゴシック"/>
                </a:rPr>
                <a:t> inefficient</a:t>
              </a:r>
              <a:endParaRPr lang="en-US" sz="1400" b="0" strike="noStrike" spc="-1">
                <a:latin typeface="Arial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1F46231-590B-4407-F01B-34F01AFFBEEF}"/>
                    </a:ext>
                  </a:extLst>
                </p:cNvPr>
                <p:cNvSpPr txBox="1"/>
                <p:nvPr/>
              </p:nvSpPr>
              <p:spPr>
                <a:xfrm>
                  <a:off x="10709580" y="2199364"/>
                  <a:ext cx="1076764" cy="30395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1F46231-590B-4407-F01B-34F01AFFBE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09580" y="2199364"/>
                  <a:ext cx="1076764" cy="303952"/>
                </a:xfrm>
                <a:prstGeom prst="rect">
                  <a:avLst/>
                </a:prstGeom>
                <a:blipFill>
                  <a:blip r:embed="rId2"/>
                  <a:stretch>
                    <a:fillRect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7653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53948-75E3-70EF-B1A2-5DAEA98F2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/>
              <a:t>Additive Increase, Multiplicative Decrease(AIMD)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559AD-D49D-EA09-5E42-596540FA8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>
                <a:solidFill>
                  <a:srgbClr val="FFFFCC"/>
                </a:solidFill>
              </a:rPr>
              <a:t>a</a:t>
            </a:r>
            <a:r>
              <a:rPr lang="en-US" altLang="en-US" baseline="-25000">
                <a:solidFill>
                  <a:srgbClr val="FFFFCC"/>
                </a:solidFill>
              </a:rPr>
              <a:t>I</a:t>
            </a:r>
            <a:r>
              <a:rPr lang="en-US" altLang="en-US">
                <a:solidFill>
                  <a:srgbClr val="FFFFCC"/>
                </a:solidFill>
              </a:rPr>
              <a:t>&gt;0, b</a:t>
            </a:r>
            <a:r>
              <a:rPr lang="en-US" altLang="en-US" baseline="-25000">
                <a:solidFill>
                  <a:srgbClr val="FFFFCC"/>
                </a:solidFill>
              </a:rPr>
              <a:t>I</a:t>
            </a:r>
            <a:r>
              <a:rPr lang="en-US" altLang="en-US">
                <a:solidFill>
                  <a:srgbClr val="FFFFCC"/>
                </a:solidFill>
              </a:rPr>
              <a:t>=1, a</a:t>
            </a:r>
            <a:r>
              <a:rPr lang="en-US" altLang="en-US" baseline="-25000">
                <a:solidFill>
                  <a:srgbClr val="FFFFCC"/>
                </a:solidFill>
              </a:rPr>
              <a:t>D</a:t>
            </a:r>
            <a:r>
              <a:rPr lang="en-US" altLang="en-US">
                <a:solidFill>
                  <a:srgbClr val="FFFFCC"/>
                </a:solidFill>
              </a:rPr>
              <a:t>=0, 0&lt;b</a:t>
            </a:r>
            <a:r>
              <a:rPr lang="en-US" altLang="en-US" baseline="-25000">
                <a:solidFill>
                  <a:srgbClr val="FFFFCC"/>
                </a:solidFill>
              </a:rPr>
              <a:t>D</a:t>
            </a:r>
            <a:r>
              <a:rPr lang="en-US" altLang="en-US">
                <a:solidFill>
                  <a:srgbClr val="FFFFCC"/>
                </a:solidFill>
              </a:rPr>
              <a:t>&lt;1</a:t>
            </a:r>
          </a:p>
          <a:p>
            <a:r>
              <a:rPr lang="en-US" b="0" strike="noStrike" spc="-1">
                <a:cs typeface="Times New Roman" panose="02020603050405020304" pitchFamily="18" charset="0"/>
              </a:rPr>
              <a:t>Efficiency may be compromised </a:t>
            </a:r>
          </a:p>
          <a:p>
            <a:pPr marL="0" indent="0">
              <a:buNone/>
            </a:pPr>
            <a:r>
              <a:rPr lang="en-US" spc="-1">
                <a:cs typeface="Times New Roman" panose="02020603050405020304" pitchFamily="18" charset="0"/>
              </a:rPr>
              <a:t>   </a:t>
            </a:r>
            <a:r>
              <a:rPr lang="en-US" b="0" strike="noStrike" spc="-1">
                <a:cs typeface="Times New Roman" panose="02020603050405020304" pitchFamily="18" charset="0"/>
              </a:rPr>
              <a:t>due to additive increase.</a:t>
            </a:r>
          </a:p>
          <a:p>
            <a:r>
              <a:rPr lang="en-US" b="0" strike="noStrike" spc="-1">
                <a:cs typeface="Times New Roman" panose="02020603050405020304" pitchFamily="18" charset="0"/>
              </a:rPr>
              <a:t>Well suited where fairness is</a:t>
            </a:r>
          </a:p>
          <a:p>
            <a:pPr marL="0" indent="0">
              <a:buNone/>
            </a:pPr>
            <a:r>
              <a:rPr lang="en-US" spc="-1">
                <a:cs typeface="Times New Roman" panose="02020603050405020304" pitchFamily="18" charset="0"/>
              </a:rPr>
              <a:t>  </a:t>
            </a:r>
            <a:r>
              <a:rPr lang="en-US" b="0" strike="noStrike" spc="-1">
                <a:cs typeface="Times New Roman" panose="02020603050405020304" pitchFamily="18" charset="0"/>
              </a:rPr>
              <a:t> primary concern.</a:t>
            </a:r>
          </a:p>
          <a:p>
            <a:endParaRPr lang="en-US" b="0" strike="noStrike" spc="-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b="0" strike="noStrike" spc="-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4BB3BE5-17DA-5225-37E6-A69C081E9CF9}"/>
              </a:ext>
            </a:extLst>
          </p:cNvPr>
          <p:cNvGrpSpPr/>
          <p:nvPr/>
        </p:nvGrpSpPr>
        <p:grpSpPr>
          <a:xfrm>
            <a:off x="6094409" y="1729428"/>
            <a:ext cx="5506695" cy="4581831"/>
            <a:chOff x="5736541" y="1473273"/>
            <a:chExt cx="5777374" cy="5147975"/>
          </a:xfrm>
        </p:grpSpPr>
        <p:grpSp>
          <p:nvGrpSpPr>
            <p:cNvPr id="5" name="Group 1">
              <a:extLst>
                <a:ext uri="{FF2B5EF4-FFF2-40B4-BE49-F238E27FC236}">
                  <a16:creationId xmlns:a16="http://schemas.microsoft.com/office/drawing/2014/main" id="{D7DC9C9B-8AAE-AB0B-5B9F-9CF004A6A794}"/>
                </a:ext>
              </a:extLst>
            </p:cNvPr>
            <p:cNvGrpSpPr/>
            <p:nvPr/>
          </p:nvGrpSpPr>
          <p:grpSpPr>
            <a:xfrm>
              <a:off x="7336560" y="2417528"/>
              <a:ext cx="1908180" cy="1254240"/>
              <a:chOff x="4876560" y="2098440"/>
              <a:chExt cx="1908180" cy="1254240"/>
            </a:xfrm>
          </p:grpSpPr>
          <p:sp>
            <p:nvSpPr>
              <p:cNvPr id="30" name="CustomShape 3">
                <a:extLst>
                  <a:ext uri="{FF2B5EF4-FFF2-40B4-BE49-F238E27FC236}">
                    <a16:creationId xmlns:a16="http://schemas.microsoft.com/office/drawing/2014/main" id="{69DEC31E-F37E-ADE2-B229-9AA88A64908F}"/>
                  </a:ext>
                </a:extLst>
              </p:cNvPr>
              <p:cNvSpPr/>
              <p:nvPr/>
            </p:nvSpPr>
            <p:spPr>
              <a:xfrm>
                <a:off x="5711580" y="2098440"/>
                <a:ext cx="1073160" cy="78156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360" tIns="44280" rIns="90360" bIns="44280"/>
              <a:lstStyle/>
              <a:p>
                <a:pPr algn="ctr">
                  <a:lnSpc>
                    <a:spcPct val="100000"/>
                  </a:lnSpc>
                </a:pPr>
                <a:r>
                  <a:rPr lang="en-US" sz="2000" b="0" strike="noStrike" spc="-1">
                    <a:latin typeface="Times New Roman"/>
                    <a:ea typeface="ＭＳ Ｐゴシック"/>
                  </a:rPr>
                  <a:t>(b</a:t>
                </a:r>
                <a:r>
                  <a:rPr lang="en-US" sz="2000" b="0" strike="noStrike" spc="-1" baseline="-25000">
                    <a:latin typeface="Times New Roman"/>
                    <a:ea typeface="ＭＳ Ｐゴシック"/>
                  </a:rPr>
                  <a:t>D</a:t>
                </a:r>
                <a:r>
                  <a:rPr lang="en-US" sz="2000" b="0" strike="noStrike" spc="-1">
                    <a:latin typeface="Times New Roman"/>
                    <a:ea typeface="ＭＳ Ｐゴシック"/>
                  </a:rPr>
                  <a:t>x</a:t>
                </a:r>
                <a:r>
                  <a:rPr lang="en-US" sz="2000" b="0" strike="noStrike" spc="-1" baseline="-25000">
                    <a:latin typeface="Times New Roman"/>
                    <a:ea typeface="ＭＳ Ｐゴシック"/>
                  </a:rPr>
                  <a:t>1</a:t>
                </a:r>
                <a:r>
                  <a:rPr lang="en-US" sz="2000" b="0" strike="noStrike" spc="-1">
                    <a:latin typeface="Times New Roman"/>
                    <a:ea typeface="ＭＳ Ｐゴシック"/>
                  </a:rPr>
                  <a:t>+a</a:t>
                </a:r>
                <a:r>
                  <a:rPr lang="en-US" sz="2000" b="0" strike="noStrike" spc="-1" baseline="-25000">
                    <a:latin typeface="Times New Roman"/>
                    <a:ea typeface="ＭＳ Ｐゴシック"/>
                  </a:rPr>
                  <a:t>I</a:t>
                </a:r>
                <a:r>
                  <a:rPr lang="en-US" sz="2000" b="0" strike="noStrike" spc="-1">
                    <a:latin typeface="Times New Roman"/>
                    <a:ea typeface="ＭＳ Ｐゴシック"/>
                  </a:rPr>
                  <a:t>,</a:t>
                </a:r>
                <a:br>
                  <a:rPr/>
                </a:br>
                <a:r>
                  <a:rPr lang="en-US" sz="2000" b="0" strike="noStrike" spc="-1">
                    <a:latin typeface="Times New Roman"/>
                    <a:ea typeface="ＭＳ Ｐゴシック"/>
                  </a:rPr>
                  <a:t>b</a:t>
                </a:r>
                <a:r>
                  <a:rPr lang="en-US" sz="2000" b="0" strike="noStrike" spc="-1" baseline="-25000">
                    <a:latin typeface="Times New Roman"/>
                    <a:ea typeface="ＭＳ Ｐゴシック"/>
                  </a:rPr>
                  <a:t>D</a:t>
                </a:r>
                <a:r>
                  <a:rPr lang="en-US" sz="2000" b="0" strike="noStrike" spc="-1">
                    <a:latin typeface="Times New Roman"/>
                    <a:ea typeface="ＭＳ Ｐゴシック"/>
                  </a:rPr>
                  <a:t>x</a:t>
                </a:r>
                <a:r>
                  <a:rPr lang="en-US" sz="2000" b="0" strike="noStrike" spc="-1" baseline="-25000">
                    <a:latin typeface="Times New Roman"/>
                    <a:ea typeface="ＭＳ Ｐゴシック"/>
                  </a:rPr>
                  <a:t>2</a:t>
                </a:r>
                <a:r>
                  <a:rPr lang="en-US" sz="2000" b="0" strike="noStrike" spc="-1">
                    <a:latin typeface="Times New Roman"/>
                    <a:ea typeface="ＭＳ Ｐゴシック"/>
                  </a:rPr>
                  <a:t>+a</a:t>
                </a:r>
                <a:r>
                  <a:rPr lang="en-US" sz="2000" b="0" strike="noStrike" spc="-1" baseline="-25000">
                    <a:latin typeface="Times New Roman"/>
                    <a:ea typeface="ＭＳ Ｐゴシック"/>
                  </a:rPr>
                  <a:t>I</a:t>
                </a:r>
                <a:r>
                  <a:rPr lang="en-US" sz="2000" b="0" strike="noStrike" spc="-1">
                    <a:latin typeface="Times New Roman"/>
                    <a:ea typeface="ＭＳ Ｐゴシック"/>
                  </a:rPr>
                  <a:t>)</a:t>
                </a:r>
                <a:endParaRPr lang="en-US" sz="2000" b="0" strike="noStrike" spc="-1">
                  <a:latin typeface="Arial"/>
                </a:endParaRPr>
              </a:p>
            </p:txBody>
          </p:sp>
          <p:sp>
            <p:nvSpPr>
              <p:cNvPr id="31" name="CustomShape 4">
                <a:extLst>
                  <a:ext uri="{FF2B5EF4-FFF2-40B4-BE49-F238E27FC236}">
                    <a16:creationId xmlns:a16="http://schemas.microsoft.com/office/drawing/2014/main" id="{0D4AF031-E4A5-1CCC-C9EC-2A5008A989F4}"/>
                  </a:ext>
                </a:extLst>
              </p:cNvPr>
              <p:cNvSpPr/>
              <p:nvPr/>
            </p:nvSpPr>
            <p:spPr>
              <a:xfrm>
                <a:off x="5638680" y="2590920"/>
                <a:ext cx="75960" cy="75960"/>
              </a:xfrm>
              <a:prstGeom prst="ellipse">
                <a:avLst/>
              </a:prstGeom>
              <a:solidFill>
                <a:schemeClr val="tx1"/>
              </a:solidFill>
              <a:ln w="25560">
                <a:solidFill>
                  <a:schemeClr val="tx1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32" name="Line 5">
                <a:extLst>
                  <a:ext uri="{FF2B5EF4-FFF2-40B4-BE49-F238E27FC236}">
                    <a16:creationId xmlns:a16="http://schemas.microsoft.com/office/drawing/2014/main" id="{61C58AA3-674C-30E0-60E4-9E798CB3DC43}"/>
                  </a:ext>
                </a:extLst>
              </p:cNvPr>
              <p:cNvSpPr/>
              <p:nvPr/>
            </p:nvSpPr>
            <p:spPr>
              <a:xfrm flipH="1">
                <a:off x="4876560" y="2666880"/>
                <a:ext cx="685800" cy="685800"/>
              </a:xfrm>
              <a:prstGeom prst="line">
                <a:avLst/>
              </a:prstGeom>
              <a:ln w="25560">
                <a:solidFill>
                  <a:schemeClr val="tx1"/>
                </a:solidFill>
                <a:round/>
                <a:head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sp>
          <p:nvSpPr>
            <p:cNvPr id="6" name="Line 8">
              <a:extLst>
                <a:ext uri="{FF2B5EF4-FFF2-40B4-BE49-F238E27FC236}">
                  <a16:creationId xmlns:a16="http://schemas.microsoft.com/office/drawing/2014/main" id="{6910DD1A-C9CB-DB61-8D9A-BE7AD4313B98}"/>
                </a:ext>
              </a:extLst>
            </p:cNvPr>
            <p:cNvSpPr/>
            <p:nvPr/>
          </p:nvSpPr>
          <p:spPr>
            <a:xfrm flipV="1">
              <a:off x="6269880" y="1690688"/>
              <a:ext cx="360" cy="4343400"/>
            </a:xfrm>
            <a:prstGeom prst="line">
              <a:avLst/>
            </a:prstGeom>
            <a:ln w="25560">
              <a:solidFill>
                <a:schemeClr val="tx1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7" name="CustomShape 9">
              <a:extLst>
                <a:ext uri="{FF2B5EF4-FFF2-40B4-BE49-F238E27FC236}">
                  <a16:creationId xmlns:a16="http://schemas.microsoft.com/office/drawing/2014/main" id="{28D1315D-6CAA-B880-F433-3D51A5A17E8F}"/>
                </a:ext>
              </a:extLst>
            </p:cNvPr>
            <p:cNvSpPr/>
            <p:nvPr/>
          </p:nvSpPr>
          <p:spPr>
            <a:xfrm>
              <a:off x="7870800" y="6186368"/>
              <a:ext cx="1191960" cy="4348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360" tIns="44280" rIns="90360" bIns="44280"/>
            <a:lstStyle/>
            <a:p>
              <a:pPr algn="ctr">
                <a:lnSpc>
                  <a:spcPct val="100000"/>
                </a:lnSpc>
              </a:pPr>
              <a:r>
                <a:rPr lang="en-US" sz="2000" b="0" strike="noStrike" spc="-1">
                  <a:latin typeface="Times New Roman"/>
                  <a:ea typeface="ＭＳ Ｐゴシック"/>
                </a:rPr>
                <a:t>User 1: x</a:t>
              </a:r>
              <a:r>
                <a:rPr lang="en-US" sz="2000" b="0" strike="noStrike" spc="-1" baseline="-25000">
                  <a:latin typeface="Times New Roman"/>
                  <a:ea typeface="ＭＳ Ｐゴシック"/>
                </a:rPr>
                <a:t>1</a:t>
              </a:r>
              <a:endParaRPr lang="en-US" sz="2000" b="0" strike="noStrike" spc="-1">
                <a:latin typeface="Arial"/>
              </a:endParaRPr>
            </a:p>
          </p:txBody>
        </p:sp>
        <p:sp>
          <p:nvSpPr>
            <p:cNvPr id="8" name="CustomShape 10">
              <a:extLst>
                <a:ext uri="{FF2B5EF4-FFF2-40B4-BE49-F238E27FC236}">
                  <a16:creationId xmlns:a16="http://schemas.microsoft.com/office/drawing/2014/main" id="{11AF31FB-EC16-6601-8ABD-E1C767F5630C}"/>
                </a:ext>
              </a:extLst>
            </p:cNvPr>
            <p:cNvSpPr/>
            <p:nvPr/>
          </p:nvSpPr>
          <p:spPr>
            <a:xfrm rot="16200000">
              <a:off x="5255878" y="3772811"/>
              <a:ext cx="1395846" cy="43452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360" tIns="44280" rIns="90360" bIns="44280"/>
            <a:lstStyle/>
            <a:p>
              <a:pPr algn="ctr">
                <a:lnSpc>
                  <a:spcPct val="100000"/>
                </a:lnSpc>
              </a:pPr>
              <a:r>
                <a:rPr lang="en-US" sz="2000" b="0" strike="noStrike" spc="-1">
                  <a:latin typeface="Times New Roman"/>
                  <a:ea typeface="ＭＳ Ｐゴシック"/>
                </a:rPr>
                <a:t>User 2: x</a:t>
              </a:r>
              <a:r>
                <a:rPr lang="en-US" sz="2000" b="0" strike="noStrike" spc="-1" baseline="-25000">
                  <a:latin typeface="Times New Roman"/>
                  <a:ea typeface="ＭＳ Ｐゴシック"/>
                </a:rPr>
                <a:t>2</a:t>
              </a:r>
              <a:endParaRPr lang="en-US" sz="2000" b="0" strike="noStrike" spc="-1">
                <a:latin typeface="Arial"/>
              </a:endParaRPr>
            </a:p>
          </p:txBody>
        </p:sp>
        <p:sp>
          <p:nvSpPr>
            <p:cNvPr id="9" name="Line 11">
              <a:extLst>
                <a:ext uri="{FF2B5EF4-FFF2-40B4-BE49-F238E27FC236}">
                  <a16:creationId xmlns:a16="http://schemas.microsoft.com/office/drawing/2014/main" id="{095BEDE0-F6C4-F46B-83D5-3F66B8E00B82}"/>
                </a:ext>
              </a:extLst>
            </p:cNvPr>
            <p:cNvSpPr/>
            <p:nvPr/>
          </p:nvSpPr>
          <p:spPr>
            <a:xfrm flipH="1">
              <a:off x="6269880" y="1995248"/>
              <a:ext cx="4038480" cy="4054680"/>
            </a:xfrm>
            <a:prstGeom prst="line">
              <a:avLst/>
            </a:prstGeom>
            <a:ln w="25560" cap="rnd">
              <a:solidFill>
                <a:schemeClr val="tx1"/>
              </a:solidFill>
              <a:custDash>
                <a:ds d="800000" sp="300000"/>
              </a:custDash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" name="CustomShape 12">
              <a:extLst>
                <a:ext uri="{FF2B5EF4-FFF2-40B4-BE49-F238E27FC236}">
                  <a16:creationId xmlns:a16="http://schemas.microsoft.com/office/drawing/2014/main" id="{F28FC7E3-131F-6A92-671C-D04E16E407DC}"/>
                </a:ext>
              </a:extLst>
            </p:cNvPr>
            <p:cNvSpPr/>
            <p:nvPr/>
          </p:nvSpPr>
          <p:spPr>
            <a:xfrm>
              <a:off x="10308360" y="1473273"/>
              <a:ext cx="738000" cy="51444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360" tIns="44280" rIns="90360" bIns="44280"/>
            <a:lstStyle/>
            <a:p>
              <a:pPr algn="ctr">
                <a:lnSpc>
                  <a:spcPct val="100000"/>
                </a:lnSpc>
              </a:pPr>
              <a:r>
                <a:rPr lang="en-US" sz="2000" b="0" strike="noStrike" spc="-1">
                  <a:latin typeface="Times New Roman"/>
                  <a:ea typeface="ＭＳ Ｐゴシック"/>
                </a:rPr>
                <a:t>fairness</a:t>
              </a:r>
              <a:endParaRPr lang="en-US" sz="20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2000" b="0" strike="noStrike" spc="-1">
                  <a:latin typeface="Times New Roman"/>
                  <a:ea typeface="ＭＳ Ｐゴシック"/>
                </a:rPr>
                <a:t>line</a:t>
              </a:r>
              <a:endParaRPr lang="en-US" sz="2000" b="0" strike="noStrike" spc="-1">
                <a:latin typeface="Arial"/>
              </a:endParaRPr>
            </a:p>
          </p:txBody>
        </p:sp>
        <p:sp>
          <p:nvSpPr>
            <p:cNvPr id="11" name="CustomShape 13">
              <a:extLst>
                <a:ext uri="{FF2B5EF4-FFF2-40B4-BE49-F238E27FC236}">
                  <a16:creationId xmlns:a16="http://schemas.microsoft.com/office/drawing/2014/main" id="{FF912DF7-65A5-5C28-E339-50EB5092F401}"/>
                </a:ext>
              </a:extLst>
            </p:cNvPr>
            <p:cNvSpPr/>
            <p:nvPr/>
          </p:nvSpPr>
          <p:spPr>
            <a:xfrm>
              <a:off x="10432019" y="5346848"/>
              <a:ext cx="893520" cy="51444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360" tIns="44280" rIns="90360" bIns="44280"/>
            <a:lstStyle/>
            <a:p>
              <a:pPr algn="ctr">
                <a:lnSpc>
                  <a:spcPct val="100000"/>
                </a:lnSpc>
              </a:pPr>
              <a:r>
                <a:rPr lang="en-US" sz="2000" b="0" strike="noStrike" spc="-1">
                  <a:latin typeface="Times New Roman"/>
                  <a:ea typeface="ＭＳ Ｐゴシック"/>
                </a:rPr>
                <a:t>efficiency</a:t>
              </a:r>
              <a:endParaRPr lang="en-US" sz="2000" b="0" strike="noStrike" spc="-1">
                <a:latin typeface="Arial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2000" b="0" strike="noStrike" spc="-1">
                  <a:latin typeface="Times New Roman"/>
                  <a:ea typeface="ＭＳ Ｐゴシック"/>
                </a:rPr>
                <a:t>line</a:t>
              </a:r>
              <a:endParaRPr lang="en-US" sz="2000" b="0" strike="noStrike" spc="-1">
                <a:latin typeface="Arial"/>
              </a:endParaRPr>
            </a:p>
          </p:txBody>
        </p:sp>
        <p:sp>
          <p:nvSpPr>
            <p:cNvPr id="12" name="Line 14">
              <a:extLst>
                <a:ext uri="{FF2B5EF4-FFF2-40B4-BE49-F238E27FC236}">
                  <a16:creationId xmlns:a16="http://schemas.microsoft.com/office/drawing/2014/main" id="{701FADC0-C19E-161C-A1F4-27E1E3674A49}"/>
                </a:ext>
              </a:extLst>
            </p:cNvPr>
            <p:cNvSpPr/>
            <p:nvPr/>
          </p:nvSpPr>
          <p:spPr>
            <a:xfrm>
              <a:off x="6269880" y="6034088"/>
              <a:ext cx="4343400" cy="360"/>
            </a:xfrm>
            <a:prstGeom prst="line">
              <a:avLst/>
            </a:prstGeom>
            <a:ln w="25560">
              <a:solidFill>
                <a:schemeClr val="tx1"/>
              </a:solidFill>
              <a:round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3" name="Line 15">
              <a:extLst>
                <a:ext uri="{FF2B5EF4-FFF2-40B4-BE49-F238E27FC236}">
                  <a16:creationId xmlns:a16="http://schemas.microsoft.com/office/drawing/2014/main" id="{61D82508-7F2A-CFA4-4D33-21771CAEB4B5}"/>
                </a:ext>
              </a:extLst>
            </p:cNvPr>
            <p:cNvSpPr/>
            <p:nvPr/>
          </p:nvSpPr>
          <p:spPr>
            <a:xfrm>
              <a:off x="6269880" y="1842968"/>
              <a:ext cx="4191120" cy="4191120"/>
            </a:xfrm>
            <a:prstGeom prst="line">
              <a:avLst/>
            </a:prstGeom>
            <a:ln w="2556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4" name="CustomShape 16">
              <a:extLst>
                <a:ext uri="{FF2B5EF4-FFF2-40B4-BE49-F238E27FC236}">
                  <a16:creationId xmlns:a16="http://schemas.microsoft.com/office/drawing/2014/main" id="{183B008E-24B2-4B16-24DC-D62F2B9BAEEA}"/>
                </a:ext>
              </a:extLst>
            </p:cNvPr>
            <p:cNvSpPr/>
            <p:nvPr/>
          </p:nvSpPr>
          <p:spPr>
            <a:xfrm>
              <a:off x="7464000" y="1995608"/>
              <a:ext cx="821520" cy="4348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360" tIns="44280" rIns="90360" bIns="44280"/>
            <a:lstStyle/>
            <a:p>
              <a:pPr algn="ctr">
                <a:lnSpc>
                  <a:spcPct val="100000"/>
                </a:lnSpc>
              </a:pPr>
              <a:r>
                <a:rPr lang="en-US" sz="2000" b="0" strike="noStrike" spc="-1">
                  <a:latin typeface="Times New Roman"/>
                  <a:ea typeface="ＭＳ Ｐゴシック"/>
                </a:rPr>
                <a:t>(x</a:t>
              </a:r>
              <a:r>
                <a:rPr lang="en-US" sz="2000" b="0" strike="noStrike" spc="-1" baseline="-25000">
                  <a:latin typeface="Times New Roman"/>
                  <a:ea typeface="ＭＳ Ｐゴシック"/>
                </a:rPr>
                <a:t>1</a:t>
              </a:r>
              <a:r>
                <a:rPr lang="en-US" sz="2000" b="0" strike="noStrike" spc="-1">
                  <a:latin typeface="Times New Roman"/>
                  <a:ea typeface="ＭＳ Ｐゴシック"/>
                </a:rPr>
                <a:t>,x</a:t>
              </a:r>
              <a:r>
                <a:rPr lang="en-US" sz="2000" b="0" strike="noStrike" spc="-1" baseline="-25000">
                  <a:latin typeface="Times New Roman"/>
                  <a:ea typeface="ＭＳ Ｐゴシック"/>
                </a:rPr>
                <a:t>2</a:t>
              </a:r>
              <a:r>
                <a:rPr lang="en-US" sz="2000" b="0" strike="noStrike" spc="-1">
                  <a:latin typeface="Times New Roman"/>
                  <a:ea typeface="ＭＳ Ｐゴシック"/>
                </a:rPr>
                <a:t>)</a:t>
              </a:r>
              <a:endParaRPr lang="en-US" sz="2000" b="0" strike="noStrike" spc="-1">
                <a:latin typeface="Arial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6159AF9-F4C9-242A-4745-6747968E9B74}"/>
                </a:ext>
              </a:extLst>
            </p:cNvPr>
            <p:cNvGrpSpPr/>
            <p:nvPr/>
          </p:nvGrpSpPr>
          <p:grpSpPr>
            <a:xfrm>
              <a:off x="6146220" y="2604728"/>
              <a:ext cx="1647540" cy="3429360"/>
              <a:chOff x="3686220" y="2285640"/>
              <a:chExt cx="1647540" cy="3429360"/>
            </a:xfrm>
          </p:grpSpPr>
          <p:sp>
            <p:nvSpPr>
              <p:cNvPr id="26" name="CustomShape 18">
                <a:extLst>
                  <a:ext uri="{FF2B5EF4-FFF2-40B4-BE49-F238E27FC236}">
                    <a16:creationId xmlns:a16="http://schemas.microsoft.com/office/drawing/2014/main" id="{39533724-4AE1-97AF-9D93-29CD5CA2C52A}"/>
                  </a:ext>
                </a:extLst>
              </p:cNvPr>
              <p:cNvSpPr/>
              <p:nvPr/>
            </p:nvSpPr>
            <p:spPr>
              <a:xfrm>
                <a:off x="3686220" y="2856849"/>
                <a:ext cx="1495260" cy="43488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360" tIns="44280" rIns="90360" bIns="44280"/>
              <a:lstStyle/>
              <a:p>
                <a:pPr algn="ctr">
                  <a:lnSpc>
                    <a:spcPct val="100000"/>
                  </a:lnSpc>
                </a:pPr>
                <a:r>
                  <a:rPr lang="en-US" sz="2000" b="0" strike="noStrike" spc="-1">
                    <a:latin typeface="Times New Roman"/>
                    <a:ea typeface="ＭＳ Ｐゴシック"/>
                  </a:rPr>
                  <a:t>(b</a:t>
                </a:r>
                <a:r>
                  <a:rPr lang="en-US" sz="2000" b="0" strike="noStrike" spc="-1" baseline="-25000">
                    <a:latin typeface="Times New Roman"/>
                    <a:ea typeface="ＭＳ Ｐゴシック"/>
                  </a:rPr>
                  <a:t>D</a:t>
                </a:r>
                <a:r>
                  <a:rPr lang="en-US" sz="2000" b="0" strike="noStrike" spc="-1">
                    <a:latin typeface="Times New Roman"/>
                    <a:ea typeface="ＭＳ Ｐゴシック"/>
                  </a:rPr>
                  <a:t>x</a:t>
                </a:r>
                <a:r>
                  <a:rPr lang="en-US" sz="2000" b="0" strike="noStrike" spc="-1" baseline="-25000">
                    <a:latin typeface="Times New Roman"/>
                    <a:ea typeface="ＭＳ Ｐゴシック"/>
                  </a:rPr>
                  <a:t>1</a:t>
                </a:r>
                <a:r>
                  <a:rPr lang="en-US" sz="2000" b="0" strike="noStrike" spc="-1">
                    <a:latin typeface="Times New Roman"/>
                    <a:ea typeface="ＭＳ Ｐゴシック"/>
                  </a:rPr>
                  <a:t>,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lang="en-US" sz="2000" b="0" strike="noStrike" spc="-1">
                    <a:latin typeface="Times New Roman"/>
                    <a:ea typeface="ＭＳ Ｐゴシック"/>
                  </a:rPr>
                  <a:t>b</a:t>
                </a:r>
                <a:r>
                  <a:rPr lang="en-US" sz="2000" b="0" strike="noStrike" spc="-1" baseline="-25000">
                    <a:latin typeface="Times New Roman"/>
                    <a:ea typeface="ＭＳ Ｐゴシック"/>
                  </a:rPr>
                  <a:t>D</a:t>
                </a:r>
                <a:r>
                  <a:rPr lang="en-US" sz="2000" b="0" strike="noStrike" spc="-1">
                    <a:latin typeface="Times New Roman"/>
                    <a:ea typeface="ＭＳ Ｐゴシック"/>
                  </a:rPr>
                  <a:t>x</a:t>
                </a:r>
                <a:r>
                  <a:rPr lang="en-US" sz="2000" b="0" strike="noStrike" spc="-1" baseline="-25000">
                    <a:latin typeface="Times New Roman"/>
                    <a:ea typeface="ＭＳ Ｐゴシック"/>
                  </a:rPr>
                  <a:t>2</a:t>
                </a:r>
                <a:r>
                  <a:rPr lang="en-US" sz="2000" b="0" strike="noStrike" spc="-1">
                    <a:latin typeface="Times New Roman"/>
                    <a:ea typeface="ＭＳ Ｐゴシック"/>
                  </a:rPr>
                  <a:t>)</a:t>
                </a:r>
                <a:endParaRPr lang="en-US" sz="2000" b="0" strike="noStrike" spc="-1">
                  <a:latin typeface="Arial"/>
                </a:endParaRPr>
              </a:p>
            </p:txBody>
          </p:sp>
          <p:sp>
            <p:nvSpPr>
              <p:cNvPr id="27" name="CustomShape 19">
                <a:extLst>
                  <a:ext uri="{FF2B5EF4-FFF2-40B4-BE49-F238E27FC236}">
                    <a16:creationId xmlns:a16="http://schemas.microsoft.com/office/drawing/2014/main" id="{548A85FE-F3E2-5C4B-4B2D-49481A7DBB54}"/>
                  </a:ext>
                </a:extLst>
              </p:cNvPr>
              <p:cNvSpPr/>
              <p:nvPr/>
            </p:nvSpPr>
            <p:spPr>
              <a:xfrm>
                <a:off x="4800600" y="3352680"/>
                <a:ext cx="75960" cy="75960"/>
              </a:xfrm>
              <a:prstGeom prst="ellipse">
                <a:avLst/>
              </a:prstGeom>
              <a:solidFill>
                <a:schemeClr val="tx1"/>
              </a:solidFill>
              <a:ln w="25560">
                <a:solidFill>
                  <a:schemeClr val="tx1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8" name="Line 20">
                <a:extLst>
                  <a:ext uri="{FF2B5EF4-FFF2-40B4-BE49-F238E27FC236}">
                    <a16:creationId xmlns:a16="http://schemas.microsoft.com/office/drawing/2014/main" id="{DAA8A273-56D3-2B68-FC31-C505E001F405}"/>
                  </a:ext>
                </a:extLst>
              </p:cNvPr>
              <p:cNvSpPr/>
              <p:nvPr/>
            </p:nvSpPr>
            <p:spPr>
              <a:xfrm flipV="1">
                <a:off x="4876560" y="2285640"/>
                <a:ext cx="457200" cy="990720"/>
              </a:xfrm>
              <a:prstGeom prst="line">
                <a:avLst/>
              </a:prstGeom>
              <a:ln w="25560">
                <a:solidFill>
                  <a:schemeClr val="tx1"/>
                </a:solidFill>
                <a:round/>
                <a:head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9" name="Line 21">
                <a:extLst>
                  <a:ext uri="{FF2B5EF4-FFF2-40B4-BE49-F238E27FC236}">
                    <a16:creationId xmlns:a16="http://schemas.microsoft.com/office/drawing/2014/main" id="{3DEB0708-8ECF-16B7-AE72-F3B4E472E764}"/>
                  </a:ext>
                </a:extLst>
              </p:cNvPr>
              <p:cNvSpPr/>
              <p:nvPr/>
            </p:nvSpPr>
            <p:spPr>
              <a:xfrm flipV="1">
                <a:off x="3809880" y="3429000"/>
                <a:ext cx="990720" cy="2286000"/>
              </a:xfrm>
              <a:prstGeom prst="line">
                <a:avLst/>
              </a:prstGeom>
              <a:ln w="25560" cap="rnd">
                <a:solidFill>
                  <a:schemeClr val="tx1"/>
                </a:solidFill>
                <a:custDash>
                  <a:ds d="100000" sp="100000"/>
                </a:custDash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sp>
          <p:nvSpPr>
            <p:cNvPr id="16" name="CustomShape 22">
              <a:extLst>
                <a:ext uri="{FF2B5EF4-FFF2-40B4-BE49-F238E27FC236}">
                  <a16:creationId xmlns:a16="http://schemas.microsoft.com/office/drawing/2014/main" id="{DF61B942-7529-667B-7D1D-D1A5B8EA7FC7}"/>
                </a:ext>
              </a:extLst>
            </p:cNvPr>
            <p:cNvSpPr/>
            <p:nvPr/>
          </p:nvSpPr>
          <p:spPr>
            <a:xfrm>
              <a:off x="7794120" y="2452808"/>
              <a:ext cx="75960" cy="75960"/>
            </a:xfrm>
            <a:prstGeom prst="ellipse">
              <a:avLst/>
            </a:prstGeom>
            <a:solidFill>
              <a:schemeClr val="tx1"/>
            </a:solidFill>
            <a:ln w="25560">
              <a:solidFill>
                <a:schemeClr val="tx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BAB50E94-F154-D249-ADC0-4684D914FC3A}"/>
                </a:ext>
              </a:extLst>
            </p:cNvPr>
            <p:cNvGrpSpPr/>
            <p:nvPr/>
          </p:nvGrpSpPr>
          <p:grpSpPr>
            <a:xfrm>
              <a:off x="6269880" y="2985968"/>
              <a:ext cx="1905120" cy="3048120"/>
              <a:chOff x="3809880" y="2666880"/>
              <a:chExt cx="1905120" cy="3048120"/>
            </a:xfrm>
          </p:grpSpPr>
          <p:sp>
            <p:nvSpPr>
              <p:cNvPr id="21" name="Line 24">
                <a:extLst>
                  <a:ext uri="{FF2B5EF4-FFF2-40B4-BE49-F238E27FC236}">
                    <a16:creationId xmlns:a16="http://schemas.microsoft.com/office/drawing/2014/main" id="{F6B9CB67-114A-7C77-3CA5-97950649483B}"/>
                  </a:ext>
                </a:extLst>
              </p:cNvPr>
              <p:cNvSpPr/>
              <p:nvPr/>
            </p:nvSpPr>
            <p:spPr>
              <a:xfrm flipH="1">
                <a:off x="5410080" y="2895480"/>
                <a:ext cx="304920" cy="457200"/>
              </a:xfrm>
              <a:prstGeom prst="line">
                <a:avLst/>
              </a:prstGeom>
              <a:ln w="9360">
                <a:solidFill>
                  <a:schemeClr val="tx1"/>
                </a:solidFill>
                <a:round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2" name="Line 25">
                <a:extLst>
                  <a:ext uri="{FF2B5EF4-FFF2-40B4-BE49-F238E27FC236}">
                    <a16:creationId xmlns:a16="http://schemas.microsoft.com/office/drawing/2014/main" id="{17D56DB1-C4DB-9FF5-03D1-182A522F2420}"/>
                  </a:ext>
                </a:extLst>
              </p:cNvPr>
              <p:cNvSpPr/>
              <p:nvPr/>
            </p:nvSpPr>
            <p:spPr>
              <a:xfrm flipH="1">
                <a:off x="5181480" y="2666880"/>
                <a:ext cx="457200" cy="762120"/>
              </a:xfrm>
              <a:prstGeom prst="line">
                <a:avLst/>
              </a:prstGeom>
              <a:ln w="6480">
                <a:solidFill>
                  <a:schemeClr val="tx1"/>
                </a:solidFill>
                <a:round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3" name="Line 26">
                <a:extLst>
                  <a:ext uri="{FF2B5EF4-FFF2-40B4-BE49-F238E27FC236}">
                    <a16:creationId xmlns:a16="http://schemas.microsoft.com/office/drawing/2014/main" id="{FD5A9616-CC4D-14FF-0D2F-F60D99DDFB15}"/>
                  </a:ext>
                </a:extLst>
              </p:cNvPr>
              <p:cNvSpPr/>
              <p:nvPr/>
            </p:nvSpPr>
            <p:spPr>
              <a:xfrm flipV="1">
                <a:off x="5181480" y="2895480"/>
                <a:ext cx="533520" cy="533520"/>
              </a:xfrm>
              <a:prstGeom prst="line">
                <a:avLst/>
              </a:prstGeom>
              <a:ln w="9360">
                <a:solidFill>
                  <a:schemeClr val="tx1"/>
                </a:solidFill>
                <a:round/>
                <a:tailEnd type="triangl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4" name="Line 27">
                <a:extLst>
                  <a:ext uri="{FF2B5EF4-FFF2-40B4-BE49-F238E27FC236}">
                    <a16:creationId xmlns:a16="http://schemas.microsoft.com/office/drawing/2014/main" id="{8DCA8BA0-F271-D048-D1A5-D5F59BD11F43}"/>
                  </a:ext>
                </a:extLst>
              </p:cNvPr>
              <p:cNvSpPr/>
              <p:nvPr/>
            </p:nvSpPr>
            <p:spPr>
              <a:xfrm flipV="1">
                <a:off x="3809880" y="3429000"/>
                <a:ext cx="1371600" cy="2286000"/>
              </a:xfrm>
              <a:prstGeom prst="line">
                <a:avLst/>
              </a:prstGeom>
              <a:ln w="25560" cap="rnd">
                <a:solidFill>
                  <a:schemeClr val="tx1"/>
                </a:solidFill>
                <a:custDash>
                  <a:ds d="100000" sp="100000"/>
                </a:custDash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5" name="Line 28">
                <a:extLst>
                  <a:ext uri="{FF2B5EF4-FFF2-40B4-BE49-F238E27FC236}">
                    <a16:creationId xmlns:a16="http://schemas.microsoft.com/office/drawing/2014/main" id="{BD922CE4-9D58-F710-161F-B2C356FD7214}"/>
                  </a:ext>
                </a:extLst>
              </p:cNvPr>
              <p:cNvSpPr/>
              <p:nvPr/>
            </p:nvSpPr>
            <p:spPr>
              <a:xfrm flipV="1">
                <a:off x="3809880" y="3352680"/>
                <a:ext cx="1600200" cy="2362320"/>
              </a:xfrm>
              <a:prstGeom prst="line">
                <a:avLst/>
              </a:prstGeom>
              <a:ln w="25560" cap="rnd">
                <a:solidFill>
                  <a:schemeClr val="tx1"/>
                </a:solidFill>
                <a:custDash>
                  <a:ds d="100000" sp="100000"/>
                </a:custDash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sp>
          <p:nvSpPr>
            <p:cNvPr id="18" name="CustomShape 29">
              <a:extLst>
                <a:ext uri="{FF2B5EF4-FFF2-40B4-BE49-F238E27FC236}">
                  <a16:creationId xmlns:a16="http://schemas.microsoft.com/office/drawing/2014/main" id="{8B4EFAEB-E1E2-C971-DF58-BA6805F2798E}"/>
                </a:ext>
              </a:extLst>
            </p:cNvPr>
            <p:cNvSpPr/>
            <p:nvPr/>
          </p:nvSpPr>
          <p:spPr>
            <a:xfrm rot="19176000">
              <a:off x="9433200" y="4542608"/>
              <a:ext cx="1234800" cy="3016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360" tIns="44280" rIns="90360" bIns="44280"/>
            <a:lstStyle/>
            <a:p>
              <a:pPr algn="ctr">
                <a:lnSpc>
                  <a:spcPct val="100000"/>
                </a:lnSpc>
              </a:pPr>
              <a:r>
                <a:rPr lang="en-US" sz="1400" b="0" strike="noStrike" spc="-1">
                  <a:solidFill>
                    <a:srgbClr val="FF0000"/>
                  </a:solidFill>
                  <a:latin typeface="Arial"/>
                  <a:ea typeface="ＭＳ Ｐゴシック"/>
                </a:rPr>
                <a:t>congested </a:t>
              </a:r>
              <a:r>
                <a:rPr lang="en-US" sz="1400" b="0" strike="noStrike" spc="-1">
                  <a:solidFill>
                    <a:srgbClr val="FF0000"/>
                  </a:solidFill>
                  <a:latin typeface="Wingdings"/>
                  <a:ea typeface="ＭＳ Ｐゴシック"/>
                </a:rPr>
                <a:t></a:t>
              </a:r>
              <a:endParaRPr lang="en-US" sz="1400" b="0" strike="noStrike" spc="-1">
                <a:latin typeface="Arial"/>
              </a:endParaRPr>
            </a:p>
          </p:txBody>
        </p:sp>
        <p:sp>
          <p:nvSpPr>
            <p:cNvPr id="19" name="CustomShape 30">
              <a:extLst>
                <a:ext uri="{FF2B5EF4-FFF2-40B4-BE49-F238E27FC236}">
                  <a16:creationId xmlns:a16="http://schemas.microsoft.com/office/drawing/2014/main" id="{743496A3-7888-1695-57CB-E352175E6C94}"/>
                </a:ext>
              </a:extLst>
            </p:cNvPr>
            <p:cNvSpPr/>
            <p:nvPr/>
          </p:nvSpPr>
          <p:spPr>
            <a:xfrm rot="19176000">
              <a:off x="8608080" y="5386088"/>
              <a:ext cx="1090080" cy="301680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360" tIns="44280" rIns="90360" bIns="44280"/>
            <a:lstStyle/>
            <a:p>
              <a:pPr algn="ctr">
                <a:lnSpc>
                  <a:spcPct val="100000"/>
                </a:lnSpc>
              </a:pPr>
              <a:r>
                <a:rPr lang="en-US" sz="1400" b="0" strike="noStrike" spc="-1">
                  <a:solidFill>
                    <a:srgbClr val="FF0000"/>
                  </a:solidFill>
                  <a:latin typeface="Wingdings"/>
                  <a:ea typeface="ＭＳ Ｐゴシック"/>
                </a:rPr>
                <a:t></a:t>
              </a:r>
              <a:r>
                <a:rPr lang="en-US" sz="1400" b="0" strike="noStrike" spc="-1">
                  <a:solidFill>
                    <a:srgbClr val="FF0000"/>
                  </a:solidFill>
                  <a:latin typeface="Arial"/>
                  <a:ea typeface="ＭＳ Ｐゴシック"/>
                </a:rPr>
                <a:t> inefficient</a:t>
              </a:r>
              <a:endParaRPr lang="en-US" sz="1400" b="0" strike="noStrike" spc="-1">
                <a:latin typeface="Arial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2B7BE96-2D5B-ECF9-B08C-169079ABF05F}"/>
                    </a:ext>
                  </a:extLst>
                </p:cNvPr>
                <p:cNvSpPr txBox="1"/>
                <p:nvPr/>
              </p:nvSpPr>
              <p:spPr>
                <a:xfrm>
                  <a:off x="10418257" y="2155224"/>
                  <a:ext cx="1095658" cy="31122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2B7BE96-2D5B-ECF9-B08C-169079ABF0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8257" y="2155224"/>
                  <a:ext cx="1095658" cy="311226"/>
                </a:xfrm>
                <a:prstGeom prst="rect">
                  <a:avLst/>
                </a:prstGeom>
                <a:blipFill>
                  <a:blip r:embed="rId2"/>
                  <a:stretch>
                    <a:fillRect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26818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83D7C31E-5B5C-AF66-79EA-607494F8ACCB}"/>
              </a:ext>
            </a:extLst>
          </p:cNvPr>
          <p:cNvGrpSpPr/>
          <p:nvPr/>
        </p:nvGrpSpPr>
        <p:grpSpPr>
          <a:xfrm>
            <a:off x="788400" y="572461"/>
            <a:ext cx="2626527" cy="2557407"/>
            <a:chOff x="1667309" y="3863794"/>
            <a:chExt cx="2626527" cy="25574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E5CD8A4-9B0D-DF95-1211-032DCB9000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7309" y="3863794"/>
              <a:ext cx="2626527" cy="2557407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DD5D8C0-A7C5-3884-AEA4-5768F1C2E15A}"/>
                </a:ext>
              </a:extLst>
            </p:cNvPr>
            <p:cNvSpPr txBox="1"/>
            <p:nvPr/>
          </p:nvSpPr>
          <p:spPr>
            <a:xfrm>
              <a:off x="3483028" y="3915556"/>
              <a:ext cx="7553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chemeClr val="bg1"/>
                  </a:solidFill>
                </a:rPr>
                <a:t>MIMD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A69D38B-0086-B358-DB1A-20596800E75D}"/>
              </a:ext>
            </a:extLst>
          </p:cNvPr>
          <p:cNvGrpSpPr/>
          <p:nvPr/>
        </p:nvGrpSpPr>
        <p:grpSpPr>
          <a:xfrm>
            <a:off x="8365232" y="565525"/>
            <a:ext cx="2543041" cy="2562717"/>
            <a:chOff x="7627417" y="633444"/>
            <a:chExt cx="2543041" cy="256271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7627AF0-6B2D-4E34-DFE7-7624539CAC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27417" y="633444"/>
              <a:ext cx="2543041" cy="2562717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0654107-8472-AF44-3BEB-CE1FD2145258}"/>
                </a:ext>
              </a:extLst>
            </p:cNvPr>
            <p:cNvSpPr txBox="1"/>
            <p:nvPr/>
          </p:nvSpPr>
          <p:spPr>
            <a:xfrm>
              <a:off x="9414523" y="687564"/>
              <a:ext cx="7072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chemeClr val="bg1"/>
                  </a:solidFill>
                </a:rPr>
                <a:t>AIAD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61B8B9B-BCF7-AD94-7201-762489212A89}"/>
              </a:ext>
            </a:extLst>
          </p:cNvPr>
          <p:cNvGrpSpPr/>
          <p:nvPr/>
        </p:nvGrpSpPr>
        <p:grpSpPr>
          <a:xfrm>
            <a:off x="822168" y="3650394"/>
            <a:ext cx="2635051" cy="2557407"/>
            <a:chOff x="1667309" y="633444"/>
            <a:chExt cx="2635051" cy="25574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363690D-A49C-ADD9-7B72-1652585298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667309" y="633444"/>
              <a:ext cx="2635051" cy="2557407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28EFD49-8F47-9EAE-54E7-73EA3ED2B512}"/>
                </a:ext>
              </a:extLst>
            </p:cNvPr>
            <p:cNvSpPr txBox="1"/>
            <p:nvPr/>
          </p:nvSpPr>
          <p:spPr>
            <a:xfrm>
              <a:off x="3507073" y="703006"/>
              <a:ext cx="7312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chemeClr val="bg1"/>
                  </a:solidFill>
                </a:rPr>
                <a:t>MIAD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B257A64-E73C-C4AA-524A-8387D3174008}"/>
              </a:ext>
            </a:extLst>
          </p:cNvPr>
          <p:cNvGrpSpPr/>
          <p:nvPr/>
        </p:nvGrpSpPr>
        <p:grpSpPr>
          <a:xfrm>
            <a:off x="8365232" y="3576369"/>
            <a:ext cx="2626527" cy="2621600"/>
            <a:chOff x="7585675" y="3863794"/>
            <a:chExt cx="2626527" cy="2621600"/>
          </a:xfrm>
          <a:effectLst>
            <a:glow rad="38100">
              <a:schemeClr val="tx1">
                <a:alpha val="34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635FAFC-CA03-1D66-754E-D83DE48713E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585675" y="3863794"/>
              <a:ext cx="2626527" cy="2621600"/>
            </a:xfrm>
            <a:prstGeom prst="rect">
              <a:avLst/>
            </a:prstGeom>
            <a:ln w="28575">
              <a:solidFill>
                <a:srgbClr val="FFE697"/>
              </a:solidFill>
            </a:ln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04E6A92-AB61-D0F5-489A-99DF51EA1949}"/>
                </a:ext>
              </a:extLst>
            </p:cNvPr>
            <p:cNvSpPr txBox="1"/>
            <p:nvPr/>
          </p:nvSpPr>
          <p:spPr>
            <a:xfrm>
              <a:off x="9402501" y="3915556"/>
              <a:ext cx="731290" cy="369332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>
                  <a:solidFill>
                    <a:schemeClr val="bg1"/>
                  </a:solidFill>
                </a:rPr>
                <a:t>AIMD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78E330CC-7058-4A45-DB1D-1C828E66865B}"/>
              </a:ext>
            </a:extLst>
          </p:cNvPr>
          <p:cNvSpPr txBox="1"/>
          <p:nvPr/>
        </p:nvSpPr>
        <p:spPr>
          <a:xfrm>
            <a:off x="8120412" y="6388761"/>
            <a:ext cx="31161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Images Taken from the slides of </a:t>
            </a:r>
            <a:r>
              <a:rPr lang="en-US" sz="1200">
                <a:hlinkClick r:id="rId6"/>
              </a:rPr>
              <a:t>CS390: lec8-9</a:t>
            </a:r>
            <a:endParaRPr lang="en-US" sz="12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393F9CB-6157-AC1A-4FE2-291F7C1043CE}"/>
              </a:ext>
            </a:extLst>
          </p:cNvPr>
          <p:cNvSpPr txBox="1"/>
          <p:nvPr/>
        </p:nvSpPr>
        <p:spPr>
          <a:xfrm>
            <a:off x="4675306" y="1469160"/>
            <a:ext cx="2543041" cy="923330"/>
          </a:xfrm>
          <a:custGeom>
            <a:avLst/>
            <a:gdLst>
              <a:gd name="csX0" fmla="*/ 0 w 2543041"/>
              <a:gd name="csY0" fmla="*/ 0 h 923330"/>
              <a:gd name="csX1" fmla="*/ 559469 w 2543041"/>
              <a:gd name="csY1" fmla="*/ 0 h 923330"/>
              <a:gd name="csX2" fmla="*/ 1246090 w 2543041"/>
              <a:gd name="csY2" fmla="*/ 0 h 923330"/>
              <a:gd name="csX3" fmla="*/ 1907281 w 2543041"/>
              <a:gd name="csY3" fmla="*/ 0 h 923330"/>
              <a:gd name="csX4" fmla="*/ 2543041 w 2543041"/>
              <a:gd name="csY4" fmla="*/ 0 h 923330"/>
              <a:gd name="csX5" fmla="*/ 2543041 w 2543041"/>
              <a:gd name="csY5" fmla="*/ 470898 h 923330"/>
              <a:gd name="csX6" fmla="*/ 2543041 w 2543041"/>
              <a:gd name="csY6" fmla="*/ 923330 h 923330"/>
              <a:gd name="csX7" fmla="*/ 1932711 w 2543041"/>
              <a:gd name="csY7" fmla="*/ 923330 h 923330"/>
              <a:gd name="csX8" fmla="*/ 1246090 w 2543041"/>
              <a:gd name="csY8" fmla="*/ 923330 h 923330"/>
              <a:gd name="csX9" fmla="*/ 661191 w 2543041"/>
              <a:gd name="csY9" fmla="*/ 923330 h 923330"/>
              <a:gd name="csX10" fmla="*/ 0 w 2543041"/>
              <a:gd name="csY10" fmla="*/ 923330 h 923330"/>
              <a:gd name="csX11" fmla="*/ 0 w 2543041"/>
              <a:gd name="csY11" fmla="*/ 480132 h 923330"/>
              <a:gd name="csX12" fmla="*/ 0 w 2543041"/>
              <a:gd name="csY12" fmla="*/ 0 h 9233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543041" h="923330" extrusionOk="0">
                <a:moveTo>
                  <a:pt x="0" y="0"/>
                </a:moveTo>
                <a:cubicBezTo>
                  <a:pt x="189356" y="3534"/>
                  <a:pt x="367944" y="15149"/>
                  <a:pt x="559469" y="0"/>
                </a:cubicBezTo>
                <a:cubicBezTo>
                  <a:pt x="750994" y="-15149"/>
                  <a:pt x="902917" y="-5797"/>
                  <a:pt x="1246090" y="0"/>
                </a:cubicBezTo>
                <a:cubicBezTo>
                  <a:pt x="1589263" y="5797"/>
                  <a:pt x="1581889" y="-8345"/>
                  <a:pt x="1907281" y="0"/>
                </a:cubicBezTo>
                <a:cubicBezTo>
                  <a:pt x="2232673" y="8345"/>
                  <a:pt x="2335221" y="12937"/>
                  <a:pt x="2543041" y="0"/>
                </a:cubicBezTo>
                <a:cubicBezTo>
                  <a:pt x="2534961" y="99741"/>
                  <a:pt x="2564504" y="315452"/>
                  <a:pt x="2543041" y="470898"/>
                </a:cubicBezTo>
                <a:cubicBezTo>
                  <a:pt x="2521578" y="626344"/>
                  <a:pt x="2524339" y="739419"/>
                  <a:pt x="2543041" y="923330"/>
                </a:cubicBezTo>
                <a:cubicBezTo>
                  <a:pt x="2337099" y="945190"/>
                  <a:pt x="2073229" y="900126"/>
                  <a:pt x="1932711" y="923330"/>
                </a:cubicBezTo>
                <a:cubicBezTo>
                  <a:pt x="1792193" y="946535"/>
                  <a:pt x="1525629" y="905622"/>
                  <a:pt x="1246090" y="923330"/>
                </a:cubicBezTo>
                <a:cubicBezTo>
                  <a:pt x="966551" y="941038"/>
                  <a:pt x="781162" y="898371"/>
                  <a:pt x="661191" y="923330"/>
                </a:cubicBezTo>
                <a:cubicBezTo>
                  <a:pt x="541220" y="948289"/>
                  <a:pt x="307784" y="942367"/>
                  <a:pt x="0" y="923330"/>
                </a:cubicBezTo>
                <a:cubicBezTo>
                  <a:pt x="5064" y="745380"/>
                  <a:pt x="-18117" y="594649"/>
                  <a:pt x="0" y="480132"/>
                </a:cubicBezTo>
                <a:cubicBezTo>
                  <a:pt x="18117" y="365615"/>
                  <a:pt x="6451" y="235844"/>
                  <a:pt x="0" y="0"/>
                </a:cubicBezTo>
                <a:close/>
              </a:path>
            </a:pathLst>
          </a:custGeom>
          <a:noFill/>
          <a:ln w="285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429551530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Stable!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But doesn’t converges to Fairness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23A3B0-3FF2-66E4-4A8E-92B11DCE9CF8}"/>
              </a:ext>
            </a:extLst>
          </p:cNvPr>
          <p:cNvSpPr txBox="1"/>
          <p:nvPr/>
        </p:nvSpPr>
        <p:spPr>
          <a:xfrm>
            <a:off x="4067572" y="3650394"/>
            <a:ext cx="1728634" cy="923330"/>
          </a:xfrm>
          <a:custGeom>
            <a:avLst/>
            <a:gdLst>
              <a:gd name="csX0" fmla="*/ 0 w 1728634"/>
              <a:gd name="csY0" fmla="*/ 0 h 923330"/>
              <a:gd name="csX1" fmla="*/ 558925 w 1728634"/>
              <a:gd name="csY1" fmla="*/ 0 h 923330"/>
              <a:gd name="csX2" fmla="*/ 1083277 w 1728634"/>
              <a:gd name="csY2" fmla="*/ 0 h 923330"/>
              <a:gd name="csX3" fmla="*/ 1728634 w 1728634"/>
              <a:gd name="csY3" fmla="*/ 0 h 923330"/>
              <a:gd name="csX4" fmla="*/ 1728634 w 1728634"/>
              <a:gd name="csY4" fmla="*/ 452432 h 923330"/>
              <a:gd name="csX5" fmla="*/ 1728634 w 1728634"/>
              <a:gd name="csY5" fmla="*/ 923330 h 923330"/>
              <a:gd name="csX6" fmla="*/ 1169709 w 1728634"/>
              <a:gd name="csY6" fmla="*/ 923330 h 923330"/>
              <a:gd name="csX7" fmla="*/ 645357 w 1728634"/>
              <a:gd name="csY7" fmla="*/ 923330 h 923330"/>
              <a:gd name="csX8" fmla="*/ 0 w 1728634"/>
              <a:gd name="csY8" fmla="*/ 923330 h 923330"/>
              <a:gd name="csX9" fmla="*/ 0 w 1728634"/>
              <a:gd name="csY9" fmla="*/ 443198 h 923330"/>
              <a:gd name="csX10" fmla="*/ 0 w 1728634"/>
              <a:gd name="csY10" fmla="*/ 0 h 9233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728634" h="923330" extrusionOk="0">
                <a:moveTo>
                  <a:pt x="0" y="0"/>
                </a:moveTo>
                <a:cubicBezTo>
                  <a:pt x="219711" y="13179"/>
                  <a:pt x="358569" y="20221"/>
                  <a:pt x="558925" y="0"/>
                </a:cubicBezTo>
                <a:cubicBezTo>
                  <a:pt x="759282" y="-20221"/>
                  <a:pt x="833348" y="9742"/>
                  <a:pt x="1083277" y="0"/>
                </a:cubicBezTo>
                <a:cubicBezTo>
                  <a:pt x="1333206" y="-9742"/>
                  <a:pt x="1597003" y="10544"/>
                  <a:pt x="1728634" y="0"/>
                </a:cubicBezTo>
                <a:cubicBezTo>
                  <a:pt x="1727540" y="179670"/>
                  <a:pt x="1721661" y="297050"/>
                  <a:pt x="1728634" y="452432"/>
                </a:cubicBezTo>
                <a:cubicBezTo>
                  <a:pt x="1735607" y="607814"/>
                  <a:pt x="1707993" y="815587"/>
                  <a:pt x="1728634" y="923330"/>
                </a:cubicBezTo>
                <a:cubicBezTo>
                  <a:pt x="1592167" y="926878"/>
                  <a:pt x="1347274" y="933229"/>
                  <a:pt x="1169709" y="923330"/>
                </a:cubicBezTo>
                <a:cubicBezTo>
                  <a:pt x="992144" y="913431"/>
                  <a:pt x="865795" y="911055"/>
                  <a:pt x="645357" y="923330"/>
                </a:cubicBezTo>
                <a:cubicBezTo>
                  <a:pt x="424919" y="935605"/>
                  <a:pt x="261137" y="935834"/>
                  <a:pt x="0" y="923330"/>
                </a:cubicBezTo>
                <a:cubicBezTo>
                  <a:pt x="16247" y="817247"/>
                  <a:pt x="-13657" y="666668"/>
                  <a:pt x="0" y="443198"/>
                </a:cubicBezTo>
                <a:cubicBezTo>
                  <a:pt x="13657" y="219728"/>
                  <a:pt x="-18068" y="127855"/>
                  <a:pt x="0" y="0"/>
                </a:cubicBezTo>
                <a:close/>
              </a:path>
            </a:pathLst>
          </a:custGeom>
          <a:noFill/>
          <a:ln w="285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262562227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Unstable!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Goes away from Fairness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1C781C-B8FE-B3F1-307D-C5229A6EF5A6}"/>
              </a:ext>
            </a:extLst>
          </p:cNvPr>
          <p:cNvSpPr txBox="1"/>
          <p:nvPr/>
        </p:nvSpPr>
        <p:spPr>
          <a:xfrm>
            <a:off x="5240594" y="4929097"/>
            <a:ext cx="2447852" cy="923330"/>
          </a:xfrm>
          <a:custGeom>
            <a:avLst/>
            <a:gdLst>
              <a:gd name="csX0" fmla="*/ 0 w 2447852"/>
              <a:gd name="csY0" fmla="*/ 0 h 923330"/>
              <a:gd name="csX1" fmla="*/ 636442 w 2447852"/>
              <a:gd name="csY1" fmla="*/ 0 h 923330"/>
              <a:gd name="csX2" fmla="*/ 1272883 w 2447852"/>
              <a:gd name="csY2" fmla="*/ 0 h 923330"/>
              <a:gd name="csX3" fmla="*/ 1884846 w 2447852"/>
              <a:gd name="csY3" fmla="*/ 0 h 923330"/>
              <a:gd name="csX4" fmla="*/ 2447852 w 2447852"/>
              <a:gd name="csY4" fmla="*/ 0 h 923330"/>
              <a:gd name="csX5" fmla="*/ 2447852 w 2447852"/>
              <a:gd name="csY5" fmla="*/ 433965 h 923330"/>
              <a:gd name="csX6" fmla="*/ 2447852 w 2447852"/>
              <a:gd name="csY6" fmla="*/ 923330 h 923330"/>
              <a:gd name="csX7" fmla="*/ 1835889 w 2447852"/>
              <a:gd name="csY7" fmla="*/ 923330 h 923330"/>
              <a:gd name="csX8" fmla="*/ 1199447 w 2447852"/>
              <a:gd name="csY8" fmla="*/ 923330 h 923330"/>
              <a:gd name="csX9" fmla="*/ 660920 w 2447852"/>
              <a:gd name="csY9" fmla="*/ 923330 h 923330"/>
              <a:gd name="csX10" fmla="*/ 0 w 2447852"/>
              <a:gd name="csY10" fmla="*/ 923330 h 923330"/>
              <a:gd name="csX11" fmla="*/ 0 w 2447852"/>
              <a:gd name="csY11" fmla="*/ 489365 h 923330"/>
              <a:gd name="csX12" fmla="*/ 0 w 2447852"/>
              <a:gd name="csY12" fmla="*/ 0 h 9233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447852" h="923330" extrusionOk="0">
                <a:moveTo>
                  <a:pt x="0" y="0"/>
                </a:moveTo>
                <a:cubicBezTo>
                  <a:pt x="293010" y="23616"/>
                  <a:pt x="370161" y="-9978"/>
                  <a:pt x="636442" y="0"/>
                </a:cubicBezTo>
                <a:cubicBezTo>
                  <a:pt x="902723" y="9978"/>
                  <a:pt x="1123914" y="-3612"/>
                  <a:pt x="1272883" y="0"/>
                </a:cubicBezTo>
                <a:cubicBezTo>
                  <a:pt x="1421852" y="3612"/>
                  <a:pt x="1757936" y="2007"/>
                  <a:pt x="1884846" y="0"/>
                </a:cubicBezTo>
                <a:cubicBezTo>
                  <a:pt x="2011756" y="-2007"/>
                  <a:pt x="2275406" y="11401"/>
                  <a:pt x="2447852" y="0"/>
                </a:cubicBezTo>
                <a:cubicBezTo>
                  <a:pt x="2443847" y="212530"/>
                  <a:pt x="2429931" y="227651"/>
                  <a:pt x="2447852" y="433965"/>
                </a:cubicBezTo>
                <a:cubicBezTo>
                  <a:pt x="2465773" y="640279"/>
                  <a:pt x="2423767" y="721647"/>
                  <a:pt x="2447852" y="923330"/>
                </a:cubicBezTo>
                <a:cubicBezTo>
                  <a:pt x="2242540" y="905029"/>
                  <a:pt x="2012871" y="941327"/>
                  <a:pt x="1835889" y="923330"/>
                </a:cubicBezTo>
                <a:cubicBezTo>
                  <a:pt x="1658907" y="905333"/>
                  <a:pt x="1483793" y="938304"/>
                  <a:pt x="1199447" y="923330"/>
                </a:cubicBezTo>
                <a:cubicBezTo>
                  <a:pt x="915101" y="908356"/>
                  <a:pt x="849786" y="915734"/>
                  <a:pt x="660920" y="923330"/>
                </a:cubicBezTo>
                <a:cubicBezTo>
                  <a:pt x="472054" y="930926"/>
                  <a:pt x="289667" y="918669"/>
                  <a:pt x="0" y="923330"/>
                </a:cubicBezTo>
                <a:cubicBezTo>
                  <a:pt x="11337" y="829984"/>
                  <a:pt x="-18659" y="697059"/>
                  <a:pt x="0" y="489365"/>
                </a:cubicBezTo>
                <a:cubicBezTo>
                  <a:pt x="18659" y="281671"/>
                  <a:pt x="-373" y="139424"/>
                  <a:pt x="0" y="0"/>
                </a:cubicBezTo>
                <a:close/>
              </a:path>
            </a:pathLst>
          </a:custGeom>
          <a:noFill/>
          <a:ln w="28575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85632205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Converges to stable and fair cycle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Symmetric to fairness</a:t>
            </a:r>
          </a:p>
        </p:txBody>
      </p: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2C19BA68-E638-3D64-B9BF-EE4903B13387}"/>
              </a:ext>
            </a:extLst>
          </p:cNvPr>
          <p:cNvCxnSpPr>
            <a:stCxn id="22" idx="3"/>
          </p:cNvCxnSpPr>
          <p:nvPr/>
        </p:nvCxnSpPr>
        <p:spPr>
          <a:xfrm>
            <a:off x="7218347" y="1930825"/>
            <a:ext cx="1135743" cy="784066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97EE8F9D-A9A0-BE80-7AC6-A437C84DDA1F}"/>
              </a:ext>
            </a:extLst>
          </p:cNvPr>
          <p:cNvCxnSpPr>
            <a:stCxn id="22" idx="1"/>
          </p:cNvCxnSpPr>
          <p:nvPr/>
        </p:nvCxnSpPr>
        <p:spPr>
          <a:xfrm rot="10800000">
            <a:off x="3437554" y="1181059"/>
            <a:ext cx="1237753" cy="749766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Connector: Curved 31">
            <a:extLst>
              <a:ext uri="{FF2B5EF4-FFF2-40B4-BE49-F238E27FC236}">
                <a16:creationId xmlns:a16="http://schemas.microsoft.com/office/drawing/2014/main" id="{3ADC01B8-1154-BCCF-D72B-2601CE272CDA}"/>
              </a:ext>
            </a:extLst>
          </p:cNvPr>
          <p:cNvCxnSpPr>
            <a:stCxn id="24" idx="1"/>
          </p:cNvCxnSpPr>
          <p:nvPr/>
        </p:nvCxnSpPr>
        <p:spPr>
          <a:xfrm rot="10800000" flipV="1">
            <a:off x="3457220" y="4112058"/>
            <a:ext cx="610353" cy="292793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5A913ECB-E139-A1E8-5090-55E73EFAE016}"/>
              </a:ext>
            </a:extLst>
          </p:cNvPr>
          <p:cNvCxnSpPr>
            <a:cxnSpLocks/>
            <a:stCxn id="25" idx="3"/>
          </p:cNvCxnSpPr>
          <p:nvPr/>
        </p:nvCxnSpPr>
        <p:spPr>
          <a:xfrm flipV="1">
            <a:off x="7688446" y="4887169"/>
            <a:ext cx="676786" cy="503593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765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EAF2D-DC47-4989-27BE-4EC6C475A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775" y="2795154"/>
            <a:ext cx="7400004" cy="1267692"/>
          </a:xfrm>
        </p:spPr>
        <p:txBody>
          <a:bodyPr>
            <a:normAutofit fontScale="90000"/>
          </a:bodyPr>
          <a:lstStyle/>
          <a:p>
            <a:r>
              <a:rPr lang="en-US" sz="6000" b="1"/>
              <a:t>A Critical Analysis</a:t>
            </a:r>
            <a:br>
              <a:rPr lang="en-US" sz="6000" b="1"/>
            </a:br>
            <a:r>
              <a:rPr lang="en-US" sz="6000" b="1"/>
              <a:t>                  of TCP CC</a:t>
            </a:r>
            <a:endParaRPr lang="en-IN" sz="6000" b="1"/>
          </a:p>
        </p:txBody>
      </p:sp>
    </p:spTree>
    <p:extLst>
      <p:ext uri="{BB962C8B-B14F-4D97-AF65-F5344CB8AC3E}">
        <p14:creationId xmlns:p14="http://schemas.microsoft.com/office/powerpoint/2010/main" val="1579034997"/>
      </p:ext>
    </p:extLst>
  </p:cSld>
  <p:clrMapOvr>
    <a:masterClrMapping/>
  </p:clrMapOvr>
  <p:transition spd="slow">
    <p:wip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C1933-FEAA-0F49-44C6-BD26F8F4A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029" y="690868"/>
            <a:ext cx="10200409" cy="1137931"/>
          </a:xfrm>
        </p:spPr>
        <p:txBody>
          <a:bodyPr>
            <a:normAutofit/>
          </a:bodyPr>
          <a:lstStyle/>
          <a:p>
            <a:r>
              <a:rPr lang="en-IN" b="1"/>
              <a:t>Failings of TCP Congestion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8EAA9-AB4C-4999-D3D5-676713202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9030" y="1985656"/>
            <a:ext cx="10200409" cy="448627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Clr>
                <a:srgbClr val="FFCC99"/>
              </a:buClr>
              <a:buSzPct val="75000"/>
              <a:buFont typeface="Wingdings" panose="05000000000000000000" pitchFamily="2" charset="2"/>
              <a:buChar char="q"/>
            </a:pPr>
            <a:r>
              <a:rPr lang="en-IN" sz="3200"/>
              <a:t> Leads to the Queuing of packets(large delays)</a:t>
            </a:r>
          </a:p>
          <a:p>
            <a:pPr>
              <a:lnSpc>
                <a:spcPct val="110000"/>
              </a:lnSpc>
              <a:buClr>
                <a:srgbClr val="FFCC99"/>
              </a:buClr>
              <a:buSzPct val="75000"/>
              <a:buFont typeface="Wingdings" panose="05000000000000000000" pitchFamily="2" charset="2"/>
              <a:buChar char="q"/>
            </a:pPr>
            <a:r>
              <a:rPr lang="en-IN" sz="3200"/>
              <a:t> Does not scale to high-speed</a:t>
            </a:r>
          </a:p>
          <a:p>
            <a:pPr>
              <a:lnSpc>
                <a:spcPct val="100000"/>
              </a:lnSpc>
              <a:buClr>
                <a:srgbClr val="FFCC99"/>
              </a:buClr>
              <a:buSzPct val="75000"/>
              <a:buFont typeface="Wingdings" panose="05000000000000000000" pitchFamily="2" charset="2"/>
              <a:buChar char="q"/>
            </a:pPr>
            <a:r>
              <a:rPr lang="en-IN" sz="3200"/>
              <a:t> Produces irregular saw-tooth behaviour</a:t>
            </a:r>
          </a:p>
          <a:p>
            <a:pPr>
              <a:lnSpc>
                <a:spcPct val="100000"/>
              </a:lnSpc>
              <a:buClr>
                <a:srgbClr val="FFCC99"/>
              </a:buClr>
              <a:buSzPct val="75000"/>
              <a:buFont typeface="Wingdings" panose="05000000000000000000" pitchFamily="2" charset="2"/>
              <a:buChar char="q"/>
            </a:pPr>
            <a:r>
              <a:rPr lang="en-US" sz="3200"/>
              <a:t> Takes a long time to reach steady state</a:t>
            </a:r>
          </a:p>
          <a:p>
            <a:pPr>
              <a:lnSpc>
                <a:spcPct val="100000"/>
              </a:lnSpc>
              <a:buClr>
                <a:srgbClr val="FFCC99"/>
              </a:buClr>
              <a:buSzPct val="75000"/>
              <a:buFont typeface="Wingdings" panose="05000000000000000000" pitchFamily="2" charset="2"/>
              <a:buChar char="q"/>
            </a:pPr>
            <a:r>
              <a:rPr lang="en-IN" sz="3200"/>
              <a:t> Depends on RTT(unfair) </a:t>
            </a:r>
          </a:p>
          <a:p>
            <a:pPr>
              <a:lnSpc>
                <a:spcPct val="100000"/>
              </a:lnSpc>
              <a:buClr>
                <a:srgbClr val="FFCC99"/>
              </a:buClr>
              <a:buSzPct val="75000"/>
              <a:buFont typeface="Wingdings" panose="05000000000000000000" pitchFamily="2" charset="2"/>
              <a:buChar char="q"/>
            </a:pPr>
            <a:r>
              <a:rPr lang="en-IN" sz="3200"/>
              <a:t> Depends on losses(non congestive losses)</a:t>
            </a:r>
          </a:p>
          <a:p>
            <a:pPr>
              <a:lnSpc>
                <a:spcPct val="100000"/>
              </a:lnSpc>
              <a:buClr>
                <a:srgbClr val="FFCC99"/>
              </a:buClr>
            </a:pPr>
            <a:endParaRPr lang="en-IN" sz="3200"/>
          </a:p>
          <a:p>
            <a:pPr>
              <a:lnSpc>
                <a:spcPct val="100000"/>
              </a:lnSpc>
              <a:buClr>
                <a:srgbClr val="002060"/>
              </a:buClr>
            </a:pPr>
            <a:endParaRPr lang="en-IN" sz="3200"/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§"/>
            </a:pPr>
            <a:endParaRPr lang="en-IN" sz="3200"/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§"/>
            </a:pPr>
            <a:endParaRPr lang="en-IN" sz="3200"/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§"/>
            </a:pPr>
            <a:endParaRPr lang="en-IN" sz="3200"/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§"/>
            </a:pPr>
            <a:endParaRPr lang="en-IN" sz="3200"/>
          </a:p>
          <a:p>
            <a:pPr marL="0" indent="0">
              <a:buClr>
                <a:srgbClr val="002060"/>
              </a:buClr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522362"/>
      </p:ext>
    </p:extLst>
  </p:cSld>
  <p:clrMapOvr>
    <a:masterClrMapping/>
  </p:clrMapOvr>
  <p:transition spd="med">
    <p:pull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A17A4-387E-6283-2FD1-F24755110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6817" y="1023731"/>
            <a:ext cx="5968517" cy="2693504"/>
          </a:xfrm>
          <a:effectLst/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6000" dirty="0"/>
              <a:t>             </a:t>
            </a:r>
          </a:p>
          <a:p>
            <a:pPr marL="0" indent="0">
              <a:buNone/>
            </a:pPr>
            <a:r>
              <a:rPr lang="en-US" sz="18500" dirty="0"/>
              <a:t>                   </a:t>
            </a:r>
            <a:r>
              <a:rPr lang="en-US" sz="18500"/>
              <a:t>  </a:t>
            </a:r>
            <a:r>
              <a:rPr lang="en-US" sz="1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60000" endA="900" endPos="60000" dist="60007" dir="5400000" sy="-100000" algn="bl" rotWithShape="0"/>
                </a:effectLst>
              </a:rPr>
              <a:t>DEMO</a:t>
            </a:r>
            <a:endParaRPr lang="en-IN" sz="15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60000" endA="900" endPos="60000" dist="60007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626863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EABCF-5AF0-9E5F-83C7-DEE08B07F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3012" y="343268"/>
            <a:ext cx="6774425" cy="868362"/>
          </a:xfrm>
        </p:spPr>
        <p:txBody>
          <a:bodyPr>
            <a:normAutofit/>
          </a:bodyPr>
          <a:lstStyle/>
          <a:p>
            <a:r>
              <a:rPr lang="en-US" sz="4400" b="1">
                <a:solidFill>
                  <a:schemeClr val="tx1"/>
                </a:solidFill>
                <a:ea typeface="Calibri Light" panose="020F0302020204030204" pitchFamily="34" charset="0"/>
                <a:cs typeface="Calibri Light" panose="020F0302020204030204" pitchFamily="34" charset="0"/>
              </a:rPr>
              <a:t>Four alternatives</a:t>
            </a:r>
            <a:endParaRPr lang="en-IN" sz="44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D93D2-12AE-E5B1-0ADF-EE01AD59F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3012" y="2422217"/>
            <a:ext cx="9631566" cy="3998912"/>
          </a:xfrm>
        </p:spPr>
        <p:txBody>
          <a:bodyPr>
            <a:normAutofit/>
          </a:bodyPr>
          <a:lstStyle/>
          <a:p>
            <a:pPr marL="343260" indent="-342900">
              <a:spcBef>
                <a:spcPts val="561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b="1" strike="noStrike" spc="-1" dirty="0">
                <a:ea typeface="Calibri" panose="020F0502020204030204" pitchFamily="34" charset="0"/>
                <a:cs typeface="Calibri" panose="020F0502020204030204" pitchFamily="34" charset="0"/>
              </a:rPr>
              <a:t>MIAD: </a:t>
            </a:r>
            <a:r>
              <a:rPr lang="en-US" b="0" strike="noStrike" spc="-1" dirty="0">
                <a:ea typeface="Calibri" panose="020F0502020204030204" pitchFamily="34" charset="0"/>
                <a:cs typeface="Calibri" panose="020F0502020204030204" pitchFamily="34" charset="0"/>
              </a:rPr>
              <a:t>Multiplicative increase, Additive decrease</a:t>
            </a:r>
          </a:p>
          <a:p>
            <a:pPr marL="914760" lvl="1" indent="-457200">
              <a:lnSpc>
                <a:spcPct val="100000"/>
              </a:lnSpc>
              <a:spcBef>
                <a:spcPts val="561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en-US" sz="2600" dirty="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altLang="en-US" sz="2600" baseline="-25000" dirty="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en-US" sz="2600" dirty="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=0, b</a:t>
            </a:r>
            <a:r>
              <a:rPr lang="en-US" altLang="en-US" sz="2600" baseline="-25000" dirty="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en-US" sz="2600" dirty="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&gt;1, a</a:t>
            </a:r>
            <a:r>
              <a:rPr lang="en-US" altLang="en-US" sz="2600" baseline="-25000" dirty="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altLang="en-US" sz="2600" dirty="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&lt;0, b</a:t>
            </a:r>
            <a:r>
              <a:rPr lang="en-US" altLang="en-US" sz="2600" baseline="-25000" dirty="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altLang="en-US" sz="2600" dirty="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=1</a:t>
            </a:r>
            <a:endParaRPr lang="en-US" sz="2600" b="1" strike="noStrike" spc="-1" dirty="0">
              <a:solidFill>
                <a:srgbClr val="FFFFCC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3260" indent="-342900">
              <a:lnSpc>
                <a:spcPct val="100000"/>
              </a:lnSpc>
              <a:spcBef>
                <a:spcPts val="561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b="1" strike="noStrike" spc="-1" dirty="0">
                <a:ea typeface="Calibri" panose="020F0502020204030204" pitchFamily="34" charset="0"/>
                <a:cs typeface="Calibri" panose="020F0502020204030204" pitchFamily="34" charset="0"/>
              </a:rPr>
              <a:t>AIAD: </a:t>
            </a:r>
            <a:r>
              <a:rPr lang="en-US" b="0" strike="noStrike" spc="-1" dirty="0">
                <a:ea typeface="Calibri" panose="020F0502020204030204" pitchFamily="34" charset="0"/>
                <a:cs typeface="Calibri" panose="020F0502020204030204" pitchFamily="34" charset="0"/>
              </a:rPr>
              <a:t>Additive increase, Additive decrease</a:t>
            </a:r>
          </a:p>
          <a:p>
            <a:pPr marL="914760" lvl="1" indent="-457200">
              <a:lnSpc>
                <a:spcPct val="100000"/>
              </a:lnSpc>
              <a:spcBef>
                <a:spcPts val="561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en-US" sz="2600" dirty="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altLang="en-US" sz="2600" baseline="-25000" dirty="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en-US" sz="2600" dirty="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&gt;0, b</a:t>
            </a:r>
            <a:r>
              <a:rPr lang="en-US" altLang="en-US" sz="2600" baseline="-25000" dirty="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en-US" sz="2600" dirty="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=1, a</a:t>
            </a:r>
            <a:r>
              <a:rPr lang="en-US" altLang="en-US" sz="2600" baseline="-25000" dirty="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altLang="en-US" sz="2600" dirty="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&lt;0, b</a:t>
            </a:r>
            <a:r>
              <a:rPr lang="en-US" altLang="en-US" sz="2600" baseline="-25000" dirty="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altLang="en-US" sz="2600" dirty="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=1</a:t>
            </a:r>
            <a:endParaRPr lang="en-US" sz="2600" b="0" strike="noStrike" spc="-1" dirty="0">
              <a:solidFill>
                <a:srgbClr val="FFFFCC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560" indent="-457200">
              <a:lnSpc>
                <a:spcPct val="100000"/>
              </a:lnSpc>
              <a:spcBef>
                <a:spcPts val="561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b="1" strike="noStrike" spc="-1" dirty="0">
                <a:ea typeface="Calibri" panose="020F0502020204030204" pitchFamily="34" charset="0"/>
                <a:cs typeface="Calibri" panose="020F0502020204030204" pitchFamily="34" charset="0"/>
              </a:rPr>
              <a:t>MIMD: </a:t>
            </a:r>
            <a:r>
              <a:rPr lang="en-US" b="0" strike="noStrike" spc="-1" dirty="0">
                <a:ea typeface="Calibri" panose="020F0502020204030204" pitchFamily="34" charset="0"/>
                <a:cs typeface="Calibri" panose="020F0502020204030204" pitchFamily="34" charset="0"/>
              </a:rPr>
              <a:t>Multiplicative increase and Multiplicative decrease</a:t>
            </a:r>
          </a:p>
          <a:p>
            <a:pPr marL="914760" lvl="1" indent="-457200">
              <a:lnSpc>
                <a:spcPct val="100000"/>
              </a:lnSpc>
              <a:spcBef>
                <a:spcPts val="561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en-US" sz="2600" dirty="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altLang="en-US" sz="2600" baseline="-25000" dirty="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en-US" sz="2600" dirty="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=0, b</a:t>
            </a:r>
            <a:r>
              <a:rPr lang="en-US" altLang="en-US" sz="2600" baseline="-25000" dirty="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en-US" sz="2600" dirty="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&gt;1, a</a:t>
            </a:r>
            <a:r>
              <a:rPr lang="en-US" altLang="en-US" sz="2600" baseline="-25000" dirty="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altLang="en-US" sz="2600" dirty="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=0, 0&lt; b</a:t>
            </a:r>
            <a:r>
              <a:rPr lang="en-US" altLang="en-US" sz="2600" baseline="-25000" dirty="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altLang="en-US" sz="2600" dirty="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&lt;1</a:t>
            </a:r>
            <a:endParaRPr lang="en-US" sz="2600" b="1" strike="noStrike" spc="-1" dirty="0">
              <a:solidFill>
                <a:srgbClr val="FFFFCC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560" indent="-457200">
              <a:lnSpc>
                <a:spcPct val="100000"/>
              </a:lnSpc>
              <a:spcBef>
                <a:spcPts val="561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b="1" strike="noStrike" spc="-1" dirty="0">
                <a:ea typeface="Calibri" panose="020F0502020204030204" pitchFamily="34" charset="0"/>
                <a:cs typeface="Calibri" panose="020F0502020204030204" pitchFamily="34" charset="0"/>
              </a:rPr>
              <a:t>AIMD: </a:t>
            </a:r>
            <a:r>
              <a:rPr lang="en-US" b="0" strike="noStrike" spc="-1" dirty="0">
                <a:ea typeface="Calibri" panose="020F0502020204030204" pitchFamily="34" charset="0"/>
                <a:cs typeface="Calibri" panose="020F0502020204030204" pitchFamily="34" charset="0"/>
              </a:rPr>
              <a:t>Additive increase, Multiplicative decrease</a:t>
            </a:r>
          </a:p>
          <a:p>
            <a:pPr marL="914760" lvl="1" indent="-457200">
              <a:lnSpc>
                <a:spcPct val="100000"/>
              </a:lnSpc>
              <a:spcBef>
                <a:spcPts val="561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en-US" sz="2600" dirty="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altLang="en-US" sz="2600" baseline="-25000" dirty="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en-US" sz="2600" dirty="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&gt;0, b</a:t>
            </a:r>
            <a:r>
              <a:rPr lang="en-US" altLang="en-US" sz="2600" baseline="-25000" dirty="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en-US" sz="2600" dirty="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=1, a</a:t>
            </a:r>
            <a:r>
              <a:rPr lang="en-US" altLang="en-US" sz="2600" baseline="-25000" dirty="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altLang="en-US" sz="2600" dirty="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=0, 0&lt;b</a:t>
            </a:r>
            <a:r>
              <a:rPr lang="en-US" altLang="en-US" sz="2600" baseline="-25000" dirty="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altLang="en-US" sz="2600" dirty="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&lt;1</a:t>
            </a:r>
            <a:endParaRPr lang="en-US" b="0" strike="noStrike" spc="-1" dirty="0">
              <a:solidFill>
                <a:srgbClr val="FFFFCC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7EB58-E74F-7478-9139-50BB9FE6F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59EA10F-1B2C-564A-8529-6A1B9B53CF72}" type="slidenum">
              <a:rPr lang="en-US" altLang="en-US" smtClean="0">
                <a:solidFill>
                  <a:srgbClr val="000000"/>
                </a:solidFill>
                <a:ea typeface="ＭＳ Ｐゴシック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51</a:t>
            </a:fld>
            <a:endParaRPr lang="en-US" altLang="en-US">
              <a:solidFill>
                <a:srgbClr val="000000"/>
              </a:solidFill>
              <a:ea typeface="ＭＳ Ｐゴシック" charset="-12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E2CE5C-7106-7521-52B5-D44EEA954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010" y="1211630"/>
            <a:ext cx="4852950" cy="113146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CB5DEF-7864-EE64-B69B-0DE19E5AB448}"/>
              </a:ext>
            </a:extLst>
          </p:cNvPr>
          <p:cNvSpPr txBox="1"/>
          <p:nvPr/>
        </p:nvSpPr>
        <p:spPr>
          <a:xfrm>
            <a:off x="6449960" y="1393493"/>
            <a:ext cx="3916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/>
              <a:t>Simplest control strategy by Chiu and Jain(1988) </a:t>
            </a:r>
          </a:p>
        </p:txBody>
      </p:sp>
    </p:spTree>
    <p:extLst>
      <p:ext uri="{BB962C8B-B14F-4D97-AF65-F5344CB8AC3E}">
        <p14:creationId xmlns:p14="http://schemas.microsoft.com/office/powerpoint/2010/main" val="4075123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1D915FD-6BCE-3134-EE81-1179C1DF2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400" y="1600636"/>
            <a:ext cx="4195195" cy="31556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8DC7ADC-9C54-2C81-85C3-AA24D463D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37" y="5157059"/>
            <a:ext cx="5331722" cy="1205912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BCC007D-D690-D821-6E35-61DF3A5FAA4A}"/>
              </a:ext>
            </a:extLst>
          </p:cNvPr>
          <p:cNvSpPr txBox="1"/>
          <p:nvPr/>
        </p:nvSpPr>
        <p:spPr>
          <a:xfrm>
            <a:off x="2684549" y="962558"/>
            <a:ext cx="11608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/>
              <a:t>MIAD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E27D4A6-36A9-C9F1-1CA1-1C9E32AC37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46220" y="1617754"/>
            <a:ext cx="4184668" cy="312139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6208954-CD73-4DBB-224A-5CC4F35E8E8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61141" y="5172481"/>
            <a:ext cx="5331722" cy="12455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BF9DB85-71BC-8CDB-9437-FB12A83599A3}"/>
              </a:ext>
            </a:extLst>
          </p:cNvPr>
          <p:cNvSpPr txBox="1"/>
          <p:nvPr/>
        </p:nvSpPr>
        <p:spPr>
          <a:xfrm>
            <a:off x="8479747" y="1032979"/>
            <a:ext cx="11176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/>
              <a:t>AIAD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77E255D-51A5-C3B7-7DE1-C0358D8ABFF4}"/>
              </a:ext>
            </a:extLst>
          </p:cNvPr>
          <p:cNvSpPr txBox="1"/>
          <p:nvPr/>
        </p:nvSpPr>
        <p:spPr>
          <a:xfrm>
            <a:off x="3829835" y="245807"/>
            <a:ext cx="4421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/>
              <a:t>SIMULATION RESULTS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8702ED8-1478-0D36-6912-2609A70065ED}"/>
              </a:ext>
            </a:extLst>
          </p:cNvPr>
          <p:cNvSpPr txBox="1"/>
          <p:nvPr/>
        </p:nvSpPr>
        <p:spPr>
          <a:xfrm>
            <a:off x="1465006" y="4756267"/>
            <a:ext cx="3460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560" lvl="1" algn="ctr">
              <a:lnSpc>
                <a:spcPct val="100000"/>
              </a:lnSpc>
              <a:spcBef>
                <a:spcPts val="561"/>
              </a:spcBef>
              <a:buClr>
                <a:schemeClr val="tx1"/>
              </a:buClr>
              <a:buSzPct val="100000"/>
            </a:pPr>
            <a:r>
              <a:rPr lang="en-US" altLang="en-US" sz="18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altLang="en-US" sz="1800" baseline="-250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en-US" sz="18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=0, b</a:t>
            </a:r>
            <a:r>
              <a:rPr lang="en-US" altLang="en-US" sz="1800" baseline="-250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en-US" sz="18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=1.125, a</a:t>
            </a:r>
            <a:r>
              <a:rPr lang="en-US" altLang="en-US" sz="1800" baseline="-250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altLang="en-US" sz="18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=-3, b</a:t>
            </a:r>
            <a:r>
              <a:rPr lang="en-US" altLang="en-US" sz="1800" baseline="-250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altLang="en-US" sz="18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=1</a:t>
            </a:r>
            <a:endParaRPr lang="en-US" sz="1800" b="0" strike="noStrike" spc="-1">
              <a:solidFill>
                <a:srgbClr val="FFFFCC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284A591-D089-F870-19FA-BAC407DD55AE}"/>
              </a:ext>
            </a:extLst>
          </p:cNvPr>
          <p:cNvSpPr txBox="1"/>
          <p:nvPr/>
        </p:nvSpPr>
        <p:spPr>
          <a:xfrm>
            <a:off x="7266039" y="4739148"/>
            <a:ext cx="3158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560" lvl="1" algn="ctr">
              <a:lnSpc>
                <a:spcPct val="100000"/>
              </a:lnSpc>
              <a:spcBef>
                <a:spcPts val="561"/>
              </a:spcBef>
              <a:buClr>
                <a:schemeClr val="tx1"/>
              </a:buClr>
              <a:buSzPct val="100000"/>
            </a:pPr>
            <a:r>
              <a:rPr lang="en-US" altLang="en-US" sz="18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altLang="en-US" sz="1800" baseline="-250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en-US" sz="18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=1, b</a:t>
            </a:r>
            <a:r>
              <a:rPr lang="en-US" altLang="en-US" sz="1800" baseline="-250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en-US" sz="18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=1, a</a:t>
            </a:r>
            <a:r>
              <a:rPr lang="en-US" altLang="en-US" sz="1800" baseline="-250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altLang="en-US" sz="18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=-3, b</a:t>
            </a:r>
            <a:r>
              <a:rPr lang="en-US" altLang="en-US" sz="1800" baseline="-250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altLang="en-US" sz="18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=1</a:t>
            </a:r>
            <a:endParaRPr lang="en-US" sz="1800" b="0" strike="noStrike" spc="-1">
              <a:solidFill>
                <a:srgbClr val="FFFFCC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924287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1D915FD-6BCE-3134-EE81-1179C1DF2F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86734" y="1613060"/>
            <a:ext cx="4195195" cy="313452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8DC7ADC-9C54-2C81-85C3-AA24D463D7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5447" y="5121843"/>
            <a:ext cx="5117771" cy="1205912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BCC007D-D690-D821-6E35-61DF3A5FAA4A}"/>
              </a:ext>
            </a:extLst>
          </p:cNvPr>
          <p:cNvSpPr txBox="1"/>
          <p:nvPr/>
        </p:nvSpPr>
        <p:spPr>
          <a:xfrm>
            <a:off x="2582243" y="1028285"/>
            <a:ext cx="12041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/>
              <a:t>MIMD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E27D4A6-36A9-C9F1-1CA1-1C9E32AC37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910073" y="1619624"/>
            <a:ext cx="4161858" cy="312139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6208954-CD73-4DBB-224A-5CC4F35E8E8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51856" y="5086627"/>
            <a:ext cx="5239727" cy="1276344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7BF9DB85-71BC-8CDB-9437-FB12A83599A3}"/>
              </a:ext>
            </a:extLst>
          </p:cNvPr>
          <p:cNvSpPr txBox="1"/>
          <p:nvPr/>
        </p:nvSpPr>
        <p:spPr>
          <a:xfrm>
            <a:off x="8491271" y="1034849"/>
            <a:ext cx="116089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/>
              <a:t>AIMD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2F8DD4-960D-A83B-84D2-A954A4E47221}"/>
              </a:ext>
            </a:extLst>
          </p:cNvPr>
          <p:cNvSpPr txBox="1"/>
          <p:nvPr/>
        </p:nvSpPr>
        <p:spPr>
          <a:xfrm>
            <a:off x="3829835" y="245807"/>
            <a:ext cx="4421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/>
              <a:t>SIMULATION 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4EF1E4-7943-2021-431E-84750595AE70}"/>
              </a:ext>
            </a:extLst>
          </p:cNvPr>
          <p:cNvSpPr txBox="1"/>
          <p:nvPr/>
        </p:nvSpPr>
        <p:spPr>
          <a:xfrm>
            <a:off x="1238864" y="4752511"/>
            <a:ext cx="3549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560" lvl="1" algn="ctr">
              <a:lnSpc>
                <a:spcPct val="100000"/>
              </a:lnSpc>
              <a:spcBef>
                <a:spcPts val="561"/>
              </a:spcBef>
              <a:buClr>
                <a:schemeClr val="tx1"/>
              </a:buClr>
              <a:buSzPct val="100000"/>
            </a:pPr>
            <a:r>
              <a:rPr lang="en-US" altLang="en-US" sz="18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altLang="en-US" sz="1800" baseline="-250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en-US" sz="18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=0, b</a:t>
            </a:r>
            <a:r>
              <a:rPr lang="en-US" altLang="en-US" sz="1800" baseline="-250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en-US" sz="18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=1.125, a</a:t>
            </a:r>
            <a:r>
              <a:rPr lang="en-US" altLang="en-US" sz="1800" baseline="-250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altLang="en-US" sz="18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=0, b</a:t>
            </a:r>
            <a:r>
              <a:rPr lang="en-US" altLang="en-US" sz="1800" baseline="-250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altLang="en-US" sz="18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=0.8</a:t>
            </a:r>
            <a:endParaRPr lang="en-US" sz="1800" b="0" strike="noStrike" spc="-1">
              <a:solidFill>
                <a:srgbClr val="FFFFCC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AC47F0-CCBC-6935-0EEE-092D21A2B47B}"/>
              </a:ext>
            </a:extLst>
          </p:cNvPr>
          <p:cNvSpPr txBox="1"/>
          <p:nvPr/>
        </p:nvSpPr>
        <p:spPr>
          <a:xfrm>
            <a:off x="7202130" y="4717295"/>
            <a:ext cx="3158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560" lvl="1" algn="ctr">
              <a:lnSpc>
                <a:spcPct val="100000"/>
              </a:lnSpc>
              <a:spcBef>
                <a:spcPts val="561"/>
              </a:spcBef>
              <a:buClr>
                <a:schemeClr val="tx1"/>
              </a:buClr>
              <a:buSzPct val="100000"/>
            </a:pPr>
            <a:r>
              <a:rPr lang="en-US" altLang="en-US" sz="18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altLang="en-US" sz="1800" baseline="-250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en-US" sz="18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=1, b</a:t>
            </a:r>
            <a:r>
              <a:rPr lang="en-US" altLang="en-US" sz="1800" baseline="-250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altLang="en-US" sz="18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=1, a</a:t>
            </a:r>
            <a:r>
              <a:rPr lang="en-US" altLang="en-US" sz="1800" baseline="-250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altLang="en-US" sz="18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=0, b</a:t>
            </a:r>
            <a:r>
              <a:rPr lang="en-US" altLang="en-US" sz="1800" baseline="-250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altLang="en-US" sz="1800">
                <a:solidFill>
                  <a:srgbClr val="FFFFCC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=0.8</a:t>
            </a:r>
            <a:endParaRPr lang="en-US" sz="1800" b="0" strike="noStrike" spc="-1">
              <a:solidFill>
                <a:srgbClr val="FFFFCC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63687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D8C9D-90CD-670A-D025-2DCDCDEEE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1198664" cy="787495"/>
          </a:xfrm>
        </p:spPr>
        <p:txBody>
          <a:bodyPr/>
          <a:lstStyle/>
          <a:p>
            <a:r>
              <a:rPr lang="en-US" b="1"/>
              <a:t>Quiz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31BD32-D868-951B-21F1-4D17F0E46B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3556" y="1658144"/>
            <a:ext cx="3541712" cy="354171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43161046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9754F-CD93-CA75-6E8D-6E6A46977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REFERENCES</a:t>
            </a:r>
            <a:endParaRPr lang="en-IN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C2177-DEF6-D6D3-4237-488839623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180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https://www.ucg.ac.me/skladiste/blog_44233/objava_64433/fajlovi/Computer%20Networking%20_%20A%20Top%20Down%20Approach,%207th,%20converted.pdf</a:t>
            </a:r>
            <a:endParaRPr lang="en-IN" sz="1800"/>
          </a:p>
          <a:p>
            <a:pPr>
              <a:buFont typeface="Wingdings" panose="05000000000000000000" pitchFamily="2" charset="2"/>
              <a:buChar char="§"/>
            </a:pPr>
            <a:r>
              <a:rPr lang="en-IN" sz="180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https://slideplayer.com/slide/6466058/#google_vignette</a:t>
            </a:r>
            <a:endParaRPr lang="en-IN" sz="1800"/>
          </a:p>
          <a:p>
            <a:pPr>
              <a:buFont typeface="Wingdings" panose="05000000000000000000" pitchFamily="2" charset="2"/>
              <a:buChar char="§"/>
            </a:pPr>
            <a:r>
              <a:rPr lang="en-IN" sz="180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https://miet.ac.in/assets/uploads/cs/TCP.pdf</a:t>
            </a:r>
            <a:endParaRPr lang="en-IN" sz="1800"/>
          </a:p>
          <a:p>
            <a:pPr>
              <a:buFont typeface="Wingdings" panose="05000000000000000000" pitchFamily="2" charset="2"/>
              <a:buChar char="§"/>
            </a:pPr>
            <a:r>
              <a:rPr lang="en-IN" sz="180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https://www.researchgate.net/publication/2937689</a:t>
            </a:r>
            <a:endParaRPr lang="en-IN" sz="1800"/>
          </a:p>
          <a:p>
            <a:pPr>
              <a:buFont typeface="Wingdings" panose="05000000000000000000" pitchFamily="2" charset="2"/>
              <a:buChar char="§"/>
            </a:pPr>
            <a:r>
              <a:rPr lang="en-IN" sz="180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https://slideplayer.com/amp/8694372/</a:t>
            </a:r>
            <a:endParaRPr lang="en-IN" sz="1800"/>
          </a:p>
          <a:p>
            <a:pPr>
              <a:buFont typeface="Wingdings" panose="05000000000000000000" pitchFamily="2" charset="2"/>
              <a:buChar char="§"/>
            </a:pPr>
            <a:r>
              <a:rPr lang="en-IN" sz="1800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https://www.slideserve.com/lovey/congestion-control-and-active-queue-management</a:t>
            </a:r>
            <a:endParaRPr lang="en-IN" sz="1800"/>
          </a:p>
          <a:p>
            <a:pPr>
              <a:buFont typeface="Wingdings" panose="05000000000000000000" pitchFamily="2" charset="2"/>
              <a:buChar char="§"/>
            </a:pPr>
            <a:r>
              <a:rPr lang="en-IN" sz="1800"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https://www.slideserve.com/pbenning/tcp-fairness-powerpoint-ppt-presentation</a:t>
            </a:r>
            <a:endParaRPr lang="en-IN" sz="1800"/>
          </a:p>
          <a:p>
            <a:pPr>
              <a:buFont typeface="Wingdings" panose="05000000000000000000" pitchFamily="2" charset="2"/>
              <a:buChar char="§"/>
            </a:pPr>
            <a:endParaRPr lang="en-IN" sz="1800"/>
          </a:p>
          <a:p>
            <a:pPr>
              <a:buFont typeface="Wingdings" panose="05000000000000000000" pitchFamily="2" charset="2"/>
              <a:buChar char="§"/>
            </a:pPr>
            <a:endParaRPr lang="en-IN" sz="1050"/>
          </a:p>
        </p:txBody>
      </p:sp>
    </p:spTree>
    <p:extLst>
      <p:ext uri="{BB962C8B-B14F-4D97-AF65-F5344CB8AC3E}">
        <p14:creationId xmlns:p14="http://schemas.microsoft.com/office/powerpoint/2010/main" val="296062905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BDFD7-7E20-0E74-E4F0-87059FE4C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641011"/>
            <a:ext cx="9905998" cy="1575978"/>
          </a:xfrm>
        </p:spPr>
        <p:txBody>
          <a:bodyPr/>
          <a:lstStyle/>
          <a:p>
            <a:r>
              <a:rPr lang="en-US"/>
              <a:t>                        </a:t>
            </a:r>
            <a:r>
              <a:rPr lang="en-US"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  <a:endParaRPr lang="en-IN" sz="6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970050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crush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EAC1DD-F810-DFE9-E57C-FC200C1877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9416"/>
          <a:stretch/>
        </p:blipFill>
        <p:spPr>
          <a:xfrm>
            <a:off x="1948531" y="1375772"/>
            <a:ext cx="8100038" cy="3286662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innerShdw blurRad="63500" dist="50800" dir="8100000">
              <a:prstClr val="black">
                <a:alpha val="50000"/>
              </a:prstClr>
            </a:innerShdw>
            <a:reflection blurRad="317500" stA="20000" endPos="35000" dir="5400000" sy="-100000" algn="bl" rotWithShape="0"/>
            <a:softEdge rad="25400"/>
          </a:effectLst>
        </p:spPr>
      </p:pic>
    </p:spTree>
    <p:extLst>
      <p:ext uri="{BB962C8B-B14F-4D97-AF65-F5344CB8AC3E}">
        <p14:creationId xmlns:p14="http://schemas.microsoft.com/office/powerpoint/2010/main" val="13650917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77815013_Problem-solution cycle_RVA_v3" id="{20834410-FC37-46AC-ACB7-FB202F8C4BA9}" vid="{1ED24379-BFF7-4E2F-B7EC-A47C906E21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7C0B241-13E5-418D-8920-D23491E2D2C0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B579702B-25C7-40D7-9E29-7686B11A966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7866CFD-F94E-4AE5-ACEA-86FEC0F48A10}">
  <ds:schemaRefs>
    <ds:schemaRef ds:uri="http://schemas.openxmlformats.org/package/2006/metadata/core-properties"/>
    <ds:schemaRef ds:uri="http://purl.org/dc/terms/"/>
    <ds:schemaRef ds:uri="71af3243-3dd4-4a8d-8c0d-dd76da1f02a5"/>
    <ds:schemaRef ds:uri="http://purl.org/dc/dcmitype/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16c05727-aa75-4e4a-9b5f-8a80a1165891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Problemsolution cycle </Template>
  <TotalTime>5</TotalTime>
  <Words>2840</Words>
  <Application>Microsoft Office PowerPoint</Application>
  <PresentationFormat>Widescreen</PresentationFormat>
  <Paragraphs>390</Paragraphs>
  <Slides>57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18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77" baseType="lpstr">
      <vt:lpstr>ＭＳ Ｐゴシック</vt:lpstr>
      <vt:lpstr>Algerian</vt:lpstr>
      <vt:lpstr>Aptos Display</vt:lpstr>
      <vt:lpstr>Arial</vt:lpstr>
      <vt:lpstr>Calibri</vt:lpstr>
      <vt:lpstr>Calibri Light</vt:lpstr>
      <vt:lpstr>Cambria Math</vt:lpstr>
      <vt:lpstr>Comic Sans MS</vt:lpstr>
      <vt:lpstr>Courier New</vt:lpstr>
      <vt:lpstr>Myriad Roman</vt:lpstr>
      <vt:lpstr>Rockwell</vt:lpstr>
      <vt:lpstr>Segoe UI</vt:lpstr>
      <vt:lpstr>Söhne</vt:lpstr>
      <vt:lpstr>Tahoma</vt:lpstr>
      <vt:lpstr>Times New Roman</vt:lpstr>
      <vt:lpstr>Tw Cen MT</vt:lpstr>
      <vt:lpstr>Tw Cen MT</vt:lpstr>
      <vt:lpstr>Wingdings</vt:lpstr>
      <vt:lpstr>Circuit</vt:lpstr>
      <vt:lpstr>Equation</vt:lpstr>
      <vt:lpstr>TCP congestion control </vt:lpstr>
      <vt:lpstr>What is Congestion?</vt:lpstr>
      <vt:lpstr>THE PROBLEM</vt:lpstr>
      <vt:lpstr>To overcome this:</vt:lpstr>
      <vt:lpstr>Dynamically Adjusting Sending Rate</vt:lpstr>
      <vt:lpstr>Dynamically Adjusting Sending Rate</vt:lpstr>
      <vt:lpstr>Key Mechanisms for congestion control</vt:lpstr>
      <vt:lpstr>        TCP Congestion Control Algorithm</vt:lpstr>
      <vt:lpstr>PowerPoint Presentation</vt:lpstr>
      <vt:lpstr>Slow Start</vt:lpstr>
      <vt:lpstr>Slow Start</vt:lpstr>
      <vt:lpstr>          Figure: Slow Start</vt:lpstr>
      <vt:lpstr>PowerPoint Presentation</vt:lpstr>
      <vt:lpstr>PowerPoint Presentation</vt:lpstr>
      <vt:lpstr>Congestion Avoidance</vt:lpstr>
      <vt:lpstr>PowerPoint Presentation</vt:lpstr>
      <vt:lpstr>PowerPoint Presentation</vt:lpstr>
      <vt:lpstr>One Final Phase: Fast Recovery</vt:lpstr>
      <vt:lpstr>Example</vt:lpstr>
      <vt:lpstr>Timeline</vt:lpstr>
      <vt:lpstr>Solution: Fast Recovery</vt:lpstr>
      <vt:lpstr>Example</vt:lpstr>
      <vt:lpstr>Timeline</vt:lpstr>
      <vt:lpstr>PowerPoint Presentation</vt:lpstr>
      <vt:lpstr>TCP Flavors and          TCP Fairness</vt:lpstr>
      <vt:lpstr>TCP FLAVORS </vt:lpstr>
      <vt:lpstr>TCP Tahoe vs. TCP Reno </vt:lpstr>
      <vt:lpstr>PowerPoint Presentation</vt:lpstr>
      <vt:lpstr>PowerPoint Presentation</vt:lpstr>
      <vt:lpstr>TCP fairness</vt:lpstr>
      <vt:lpstr>PowerPoint Presentation</vt:lpstr>
      <vt:lpstr>PowerPoint Presentation</vt:lpstr>
      <vt:lpstr>PowerPoint Presentation</vt:lpstr>
      <vt:lpstr>PowerPoint Presentation</vt:lpstr>
      <vt:lpstr>Calculation on a simple model</vt:lpstr>
      <vt:lpstr>Calculation on a simple model</vt:lpstr>
      <vt:lpstr>TCP Throughput/loss Relationship</vt:lpstr>
      <vt:lpstr>A Simple Model for TCP Throughput</vt:lpstr>
      <vt:lpstr>A Simple Model for TCP Throughput</vt:lpstr>
      <vt:lpstr>             OtheR  alternatives </vt:lpstr>
      <vt:lpstr>Control System Model</vt:lpstr>
      <vt:lpstr>Four alternatives</vt:lpstr>
      <vt:lpstr>Multiplicative Increase, Additive Decrease(MIAD)</vt:lpstr>
      <vt:lpstr>Additive Increase, Additive  Decrease(AIAD)</vt:lpstr>
      <vt:lpstr>Multiplicative Increase, Multiplicative Decrease(MIMD)</vt:lpstr>
      <vt:lpstr>Additive Increase, Multiplicative Decrease(AIMD)</vt:lpstr>
      <vt:lpstr>PowerPoint Presentation</vt:lpstr>
      <vt:lpstr>A Critical Analysis                   of TCP CC</vt:lpstr>
      <vt:lpstr>Failings of TCP Congestion Control</vt:lpstr>
      <vt:lpstr>PowerPoint Presentation</vt:lpstr>
      <vt:lpstr>Four alternatives</vt:lpstr>
      <vt:lpstr>PowerPoint Presentation</vt:lpstr>
      <vt:lpstr>PowerPoint Presentation</vt:lpstr>
      <vt:lpstr>Quiz</vt:lpstr>
      <vt:lpstr>REFERENCES</vt:lpstr>
      <vt:lpstr>                        THANK YOU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&lt;insert problem Title&gt;</dc:title>
  <dc:creator>HARSHINI MARYADA</dc:creator>
  <cp:lastModifiedBy>anu banoth</cp:lastModifiedBy>
  <cp:revision>2</cp:revision>
  <dcterms:created xsi:type="dcterms:W3CDTF">2024-04-19T12:57:54Z</dcterms:created>
  <dcterms:modified xsi:type="dcterms:W3CDTF">2026-01-24T11:58:12Z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